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A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EC8318-098E-4C09-84FB-B85315160B75}" v="37" dt="2026-08-29T04:29:25.1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26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0speada0@gmail.com" userId="48dd63df09e9f0a1" providerId="LiveId" clId="{800900FD-4590-44FE-AC12-0F15834901FB}"/>
    <pc:docChg chg="undo custSel addSld delSld modSld">
      <pc:chgData name="0speada0@gmail.com" userId="48dd63df09e9f0a1" providerId="LiveId" clId="{800900FD-4590-44FE-AC12-0F15834901FB}" dt="2026-08-29T04:29:25.651" v="1553"/>
      <pc:docMkLst>
        <pc:docMk/>
      </pc:docMkLst>
      <pc:sldChg chg="addSp delSp modSp new mod">
        <pc:chgData name="0speada0@gmail.com" userId="48dd63df09e9f0a1" providerId="LiveId" clId="{800900FD-4590-44FE-AC12-0F15834901FB}" dt="2026-08-29T03:55:17.160" v="560" actId="403"/>
        <pc:sldMkLst>
          <pc:docMk/>
          <pc:sldMk cId="464102438" sldId="256"/>
        </pc:sldMkLst>
        <pc:spChg chg="del">
          <ac:chgData name="0speada0@gmail.com" userId="48dd63df09e9f0a1" providerId="LiveId" clId="{800900FD-4590-44FE-AC12-0F15834901FB}" dt="2026-08-29T03:43:33.754" v="1" actId="478"/>
          <ac:spMkLst>
            <pc:docMk/>
            <pc:sldMk cId="464102438" sldId="256"/>
            <ac:spMk id="2" creationId="{138373D3-ABF1-5BDA-97FA-3738C3A45B38}"/>
          </ac:spMkLst>
        </pc:spChg>
        <pc:spChg chg="del">
          <ac:chgData name="0speada0@gmail.com" userId="48dd63df09e9f0a1" providerId="LiveId" clId="{800900FD-4590-44FE-AC12-0F15834901FB}" dt="2026-08-29T03:43:33.754" v="1" actId="478"/>
          <ac:spMkLst>
            <pc:docMk/>
            <pc:sldMk cId="464102438" sldId="256"/>
            <ac:spMk id="3" creationId="{1542A90E-7BE6-B04D-987B-6CE8A1E19BA9}"/>
          </ac:spMkLst>
        </pc:spChg>
        <pc:spChg chg="add del mod">
          <ac:chgData name="0speada0@gmail.com" userId="48dd63df09e9f0a1" providerId="LiveId" clId="{800900FD-4590-44FE-AC12-0F15834901FB}" dt="2026-08-29T03:43:46.722" v="4"/>
          <ac:spMkLst>
            <pc:docMk/>
            <pc:sldMk cId="464102438" sldId="256"/>
            <ac:spMk id="4" creationId="{71855543-BDE3-35E4-6EF9-9E342DBDF7C4}"/>
          </ac:spMkLst>
        </pc:spChg>
        <pc:spChg chg="add mod">
          <ac:chgData name="0speada0@gmail.com" userId="48dd63df09e9f0a1" providerId="LiveId" clId="{800900FD-4590-44FE-AC12-0F15834901FB}" dt="2026-08-29T03:44:25.941" v="78" actId="403"/>
          <ac:spMkLst>
            <pc:docMk/>
            <pc:sldMk cId="464102438" sldId="256"/>
            <ac:spMk id="5" creationId="{DCE6CAE6-D7C5-7A3E-5DE4-0BE90DF7D008}"/>
          </ac:spMkLst>
        </pc:spChg>
        <pc:spChg chg="add mod">
          <ac:chgData name="0speada0@gmail.com" userId="48dd63df09e9f0a1" providerId="LiveId" clId="{800900FD-4590-44FE-AC12-0F15834901FB}" dt="2026-08-29T03:54:54.425" v="532" actId="20577"/>
          <ac:spMkLst>
            <pc:docMk/>
            <pc:sldMk cId="464102438" sldId="256"/>
            <ac:spMk id="6" creationId="{9C4B143C-1C6B-37B0-FE1C-E598FF0521E9}"/>
          </ac:spMkLst>
        </pc:spChg>
        <pc:spChg chg="add mod">
          <ac:chgData name="0speada0@gmail.com" userId="48dd63df09e9f0a1" providerId="LiveId" clId="{800900FD-4590-44FE-AC12-0F15834901FB}" dt="2026-08-29T03:54:27.489" v="481" actId="1076"/>
          <ac:spMkLst>
            <pc:docMk/>
            <pc:sldMk cId="464102438" sldId="256"/>
            <ac:spMk id="8" creationId="{7AA2D32D-C979-83E0-4766-8BF724553869}"/>
          </ac:spMkLst>
        </pc:spChg>
        <pc:spChg chg="add mod">
          <ac:chgData name="0speada0@gmail.com" userId="48dd63df09e9f0a1" providerId="LiveId" clId="{800900FD-4590-44FE-AC12-0F15834901FB}" dt="2026-08-29T03:54:27.489" v="481" actId="1076"/>
          <ac:spMkLst>
            <pc:docMk/>
            <pc:sldMk cId="464102438" sldId="256"/>
            <ac:spMk id="10" creationId="{87269B1C-4AB1-E5FD-CBD3-C9842034EC11}"/>
          </ac:spMkLst>
        </pc:spChg>
        <pc:spChg chg="add mod">
          <ac:chgData name="0speada0@gmail.com" userId="48dd63df09e9f0a1" providerId="LiveId" clId="{800900FD-4590-44FE-AC12-0F15834901FB}" dt="2026-08-29T03:54:27.489" v="481" actId="1076"/>
          <ac:spMkLst>
            <pc:docMk/>
            <pc:sldMk cId="464102438" sldId="256"/>
            <ac:spMk id="12" creationId="{3C6EB773-4125-DC64-6D29-2C3C0DD5C5BA}"/>
          </ac:spMkLst>
        </pc:spChg>
        <pc:spChg chg="add mod">
          <ac:chgData name="0speada0@gmail.com" userId="48dd63df09e9f0a1" providerId="LiveId" clId="{800900FD-4590-44FE-AC12-0F15834901FB}" dt="2026-08-29T03:55:17.160" v="560" actId="403"/>
          <ac:spMkLst>
            <pc:docMk/>
            <pc:sldMk cId="464102438" sldId="256"/>
            <ac:spMk id="13" creationId="{EFB2AAB8-F40D-AA4B-8FE6-0054C530BB68}"/>
          </ac:spMkLst>
        </pc:spChg>
        <pc:spChg chg="add mod">
          <ac:chgData name="0speada0@gmail.com" userId="48dd63df09e9f0a1" providerId="LiveId" clId="{800900FD-4590-44FE-AC12-0F15834901FB}" dt="2026-08-29T03:54:33.843" v="483" actId="1076"/>
          <ac:spMkLst>
            <pc:docMk/>
            <pc:sldMk cId="464102438" sldId="256"/>
            <ac:spMk id="14" creationId="{A000CA7B-6C71-F154-A0CC-844C624D4E04}"/>
          </ac:spMkLst>
        </pc:spChg>
        <pc:spChg chg="add mod">
          <ac:chgData name="0speada0@gmail.com" userId="48dd63df09e9f0a1" providerId="LiveId" clId="{800900FD-4590-44FE-AC12-0F15834901FB}" dt="2026-08-29T03:54:33.843" v="483" actId="1076"/>
          <ac:spMkLst>
            <pc:docMk/>
            <pc:sldMk cId="464102438" sldId="256"/>
            <ac:spMk id="16" creationId="{1A0EDAE1-588C-536F-41C3-CEE9CF6C2397}"/>
          </ac:spMkLst>
        </pc:spChg>
      </pc:sldChg>
      <pc:sldChg chg="addSp delSp modSp new mod">
        <pc:chgData name="0speada0@gmail.com" userId="48dd63df09e9f0a1" providerId="LiveId" clId="{800900FD-4590-44FE-AC12-0F15834901FB}" dt="2026-08-29T04:08:08.643" v="836" actId="14100"/>
        <pc:sldMkLst>
          <pc:docMk/>
          <pc:sldMk cId="247277624" sldId="257"/>
        </pc:sldMkLst>
        <pc:spChg chg="del">
          <ac:chgData name="0speada0@gmail.com" userId="48dd63df09e9f0a1" providerId="LiveId" clId="{800900FD-4590-44FE-AC12-0F15834901FB}" dt="2026-08-29T03:49:51.795" v="205" actId="478"/>
          <ac:spMkLst>
            <pc:docMk/>
            <pc:sldMk cId="247277624" sldId="257"/>
            <ac:spMk id="2" creationId="{AA3CFB63-44BB-408E-1085-22A8DA32248F}"/>
          </ac:spMkLst>
        </pc:spChg>
        <pc:spChg chg="del">
          <ac:chgData name="0speada0@gmail.com" userId="48dd63df09e9f0a1" providerId="LiveId" clId="{800900FD-4590-44FE-AC12-0F15834901FB}" dt="2026-08-29T03:49:51.795" v="205" actId="478"/>
          <ac:spMkLst>
            <pc:docMk/>
            <pc:sldMk cId="247277624" sldId="257"/>
            <ac:spMk id="3" creationId="{4CEE533E-AA5C-814E-C295-D94BE0065799}"/>
          </ac:spMkLst>
        </pc:spChg>
        <pc:spChg chg="add mod">
          <ac:chgData name="0speada0@gmail.com" userId="48dd63df09e9f0a1" providerId="LiveId" clId="{800900FD-4590-44FE-AC12-0F15834901FB}" dt="2026-08-29T03:55:27.547" v="568" actId="20577"/>
          <ac:spMkLst>
            <pc:docMk/>
            <pc:sldMk cId="247277624" sldId="257"/>
            <ac:spMk id="4" creationId="{FD312460-B1AC-E75B-18FD-7A6D65C25901}"/>
          </ac:spMkLst>
        </pc:spChg>
        <pc:spChg chg="add mod">
          <ac:chgData name="0speada0@gmail.com" userId="48dd63df09e9f0a1" providerId="LiveId" clId="{800900FD-4590-44FE-AC12-0F15834901FB}" dt="2026-08-29T03:56:05.253" v="683" actId="20577"/>
          <ac:spMkLst>
            <pc:docMk/>
            <pc:sldMk cId="247277624" sldId="257"/>
            <ac:spMk id="5" creationId="{F21C3906-7071-8923-9120-698C3DBAA6C9}"/>
          </ac:spMkLst>
        </pc:spChg>
        <pc:graphicFrameChg chg="add mod modGraphic">
          <ac:chgData name="0speada0@gmail.com" userId="48dd63df09e9f0a1" providerId="LiveId" clId="{800900FD-4590-44FE-AC12-0F15834901FB}" dt="2026-08-29T04:03:40.153" v="742" actId="14100"/>
          <ac:graphicFrameMkLst>
            <pc:docMk/>
            <pc:sldMk cId="247277624" sldId="257"/>
            <ac:graphicFrameMk id="6" creationId="{D86FE8CF-83A3-205B-007A-E65C691B8165}"/>
          </ac:graphicFrameMkLst>
        </pc:graphicFrameChg>
        <pc:graphicFrameChg chg="add mod modGraphic">
          <ac:chgData name="0speada0@gmail.com" userId="48dd63df09e9f0a1" providerId="LiveId" clId="{800900FD-4590-44FE-AC12-0F15834901FB}" dt="2026-08-29T04:08:08.643" v="836" actId="14100"/>
          <ac:graphicFrameMkLst>
            <pc:docMk/>
            <pc:sldMk cId="247277624" sldId="257"/>
            <ac:graphicFrameMk id="8" creationId="{D6BCD25D-5635-5FC8-EAAA-59C6498EED8C}"/>
          </ac:graphicFrameMkLst>
        </pc:graphicFrameChg>
        <pc:graphicFrameChg chg="add del mod modGraphic">
          <ac:chgData name="0speada0@gmail.com" userId="48dd63df09e9f0a1" providerId="LiveId" clId="{800900FD-4590-44FE-AC12-0F15834901FB}" dt="2026-08-29T04:04:24.624" v="749" actId="478"/>
          <ac:graphicFrameMkLst>
            <pc:docMk/>
            <pc:sldMk cId="247277624" sldId="257"/>
            <ac:graphicFrameMk id="9" creationId="{A70B5A58-785F-7EC9-DD38-376E792918F0}"/>
          </ac:graphicFrameMkLst>
        </pc:graphicFrameChg>
        <pc:graphicFrameChg chg="add del mod modGraphic">
          <ac:chgData name="0speada0@gmail.com" userId="48dd63df09e9f0a1" providerId="LiveId" clId="{800900FD-4590-44FE-AC12-0F15834901FB}" dt="2026-08-29T04:06:55.408" v="823" actId="478"/>
          <ac:graphicFrameMkLst>
            <pc:docMk/>
            <pc:sldMk cId="247277624" sldId="257"/>
            <ac:graphicFrameMk id="10" creationId="{350C8EF0-D737-541C-4CBA-A53C655CB260}"/>
          </ac:graphicFrameMkLst>
        </pc:graphicFrameChg>
        <pc:graphicFrameChg chg="add mod modGraphic">
          <ac:chgData name="0speada0@gmail.com" userId="48dd63df09e9f0a1" providerId="LiveId" clId="{800900FD-4590-44FE-AC12-0F15834901FB}" dt="2026-08-29T04:08:00.233" v="834" actId="403"/>
          <ac:graphicFrameMkLst>
            <pc:docMk/>
            <pc:sldMk cId="247277624" sldId="257"/>
            <ac:graphicFrameMk id="11" creationId="{99307D4E-E435-F975-CBD2-BAD4BE60EFCF}"/>
          </ac:graphicFrameMkLst>
        </pc:graphicFrameChg>
      </pc:sldChg>
      <pc:sldChg chg="addSp delSp modSp new mod">
        <pc:chgData name="0speada0@gmail.com" userId="48dd63df09e9f0a1" providerId="LiveId" clId="{800900FD-4590-44FE-AC12-0F15834901FB}" dt="2026-08-29T04:16:28.297" v="1282" actId="1076"/>
        <pc:sldMkLst>
          <pc:docMk/>
          <pc:sldMk cId="1867325153" sldId="258"/>
        </pc:sldMkLst>
        <pc:spChg chg="del">
          <ac:chgData name="0speada0@gmail.com" userId="48dd63df09e9f0a1" providerId="LiveId" clId="{800900FD-4590-44FE-AC12-0F15834901FB}" dt="2026-08-29T04:08:27.546" v="838" actId="478"/>
          <ac:spMkLst>
            <pc:docMk/>
            <pc:sldMk cId="1867325153" sldId="258"/>
            <ac:spMk id="2" creationId="{6C5B631B-6508-FD1C-4439-BC2A21D26264}"/>
          </ac:spMkLst>
        </pc:spChg>
        <pc:spChg chg="del mod">
          <ac:chgData name="0speada0@gmail.com" userId="48dd63df09e9f0a1" providerId="LiveId" clId="{800900FD-4590-44FE-AC12-0F15834901FB}" dt="2026-08-29T04:08:37.023" v="840" actId="21"/>
          <ac:spMkLst>
            <pc:docMk/>
            <pc:sldMk cId="1867325153" sldId="258"/>
            <ac:spMk id="3" creationId="{A2237E28-84C0-B484-60FB-8ADCA10E67D6}"/>
          </ac:spMkLst>
        </pc:spChg>
        <pc:spChg chg="add del mod">
          <ac:chgData name="0speada0@gmail.com" userId="48dd63df09e9f0a1" providerId="LiveId" clId="{800900FD-4590-44FE-AC12-0F15834901FB}" dt="2026-08-29T04:09:08.646" v="870"/>
          <ac:spMkLst>
            <pc:docMk/>
            <pc:sldMk cId="1867325153" sldId="258"/>
            <ac:spMk id="4" creationId="{D6172EC3-0E0F-3C9F-49E7-60CFE405C95B}"/>
          </ac:spMkLst>
        </pc:spChg>
        <pc:spChg chg="add mod">
          <ac:chgData name="0speada0@gmail.com" userId="48dd63df09e9f0a1" providerId="LiveId" clId="{800900FD-4590-44FE-AC12-0F15834901FB}" dt="2026-08-29T04:16:19.927" v="1279" actId="14100"/>
          <ac:spMkLst>
            <pc:docMk/>
            <pc:sldMk cId="1867325153" sldId="258"/>
            <ac:spMk id="5" creationId="{4A00B22C-B6E8-FB8D-5E51-366F2F024F48}"/>
          </ac:spMkLst>
        </pc:spChg>
        <pc:spChg chg="add mod">
          <ac:chgData name="0speada0@gmail.com" userId="48dd63df09e9f0a1" providerId="LiveId" clId="{800900FD-4590-44FE-AC12-0F15834901FB}" dt="2026-08-29T04:16:28.297" v="1282" actId="1076"/>
          <ac:spMkLst>
            <pc:docMk/>
            <pc:sldMk cId="1867325153" sldId="258"/>
            <ac:spMk id="6" creationId="{EB4C601A-348D-B130-5A14-A0AC523EABB6}"/>
          </ac:spMkLst>
        </pc:spChg>
        <pc:spChg chg="add del mod">
          <ac:chgData name="0speada0@gmail.com" userId="48dd63df09e9f0a1" providerId="LiveId" clId="{800900FD-4590-44FE-AC12-0F15834901FB}" dt="2026-08-29T04:13:37.333" v="1078"/>
          <ac:spMkLst>
            <pc:docMk/>
            <pc:sldMk cId="1867325153" sldId="258"/>
            <ac:spMk id="7" creationId="{313DA587-805D-044B-A431-445E13DCB2BE}"/>
          </ac:spMkLst>
        </pc:spChg>
        <pc:spChg chg="add mod">
          <ac:chgData name="0speada0@gmail.com" userId="48dd63df09e9f0a1" providerId="LiveId" clId="{800900FD-4590-44FE-AC12-0F15834901FB}" dt="2026-08-29T04:16:24.727" v="1281" actId="1076"/>
          <ac:spMkLst>
            <pc:docMk/>
            <pc:sldMk cId="1867325153" sldId="258"/>
            <ac:spMk id="8" creationId="{2A7DAB21-03BB-730B-60B4-8E23DF5ADEC5}"/>
          </ac:spMkLst>
        </pc:spChg>
        <pc:spChg chg="add mod">
          <ac:chgData name="0speada0@gmail.com" userId="48dd63df09e9f0a1" providerId="LiveId" clId="{800900FD-4590-44FE-AC12-0F15834901FB}" dt="2026-08-29T04:16:23.233" v="1280" actId="1076"/>
          <ac:spMkLst>
            <pc:docMk/>
            <pc:sldMk cId="1867325153" sldId="258"/>
            <ac:spMk id="9" creationId="{A141B973-EA41-295B-AC07-D158F106997F}"/>
          </ac:spMkLst>
        </pc:spChg>
      </pc:sldChg>
      <pc:sldChg chg="addSp delSp modSp new mod">
        <pc:chgData name="0speada0@gmail.com" userId="48dd63df09e9f0a1" providerId="LiveId" clId="{800900FD-4590-44FE-AC12-0F15834901FB}" dt="2026-08-29T04:19:47.088" v="1307" actId="21"/>
        <pc:sldMkLst>
          <pc:docMk/>
          <pc:sldMk cId="3936359041" sldId="259"/>
        </pc:sldMkLst>
        <pc:spChg chg="del">
          <ac:chgData name="0speada0@gmail.com" userId="48dd63df09e9f0a1" providerId="LiveId" clId="{800900FD-4590-44FE-AC12-0F15834901FB}" dt="2026-08-29T04:16:38.794" v="1284" actId="478"/>
          <ac:spMkLst>
            <pc:docMk/>
            <pc:sldMk cId="3936359041" sldId="259"/>
            <ac:spMk id="2" creationId="{A205BD56-5863-044C-1B22-31463723E77D}"/>
          </ac:spMkLst>
        </pc:spChg>
        <pc:spChg chg="del">
          <ac:chgData name="0speada0@gmail.com" userId="48dd63df09e9f0a1" providerId="LiveId" clId="{800900FD-4590-44FE-AC12-0F15834901FB}" dt="2026-08-29T04:16:38.794" v="1284" actId="478"/>
          <ac:spMkLst>
            <pc:docMk/>
            <pc:sldMk cId="3936359041" sldId="259"/>
            <ac:spMk id="3" creationId="{11D0F121-F689-067E-8D9E-ACADA900440B}"/>
          </ac:spMkLst>
        </pc:spChg>
        <pc:spChg chg="add mod">
          <ac:chgData name="0speada0@gmail.com" userId="48dd63df09e9f0a1" providerId="LiveId" clId="{800900FD-4590-44FE-AC12-0F15834901FB}" dt="2026-08-29T04:16:54.218" v="1304" actId="1076"/>
          <ac:spMkLst>
            <pc:docMk/>
            <pc:sldMk cId="3936359041" sldId="259"/>
            <ac:spMk id="4" creationId="{293D9B9F-118E-F43D-99D6-13B847883E00}"/>
          </ac:spMkLst>
        </pc:spChg>
        <pc:spChg chg="add mod">
          <ac:chgData name="0speada0@gmail.com" userId="48dd63df09e9f0a1" providerId="LiveId" clId="{800900FD-4590-44FE-AC12-0F15834901FB}" dt="2026-08-29T04:19:47.088" v="1307" actId="21"/>
          <ac:spMkLst>
            <pc:docMk/>
            <pc:sldMk cId="3936359041" sldId="259"/>
            <ac:spMk id="5" creationId="{1969BA68-19CB-E1A1-DBA3-201F67B30538}"/>
          </ac:spMkLst>
        </pc:spChg>
      </pc:sldChg>
      <pc:sldChg chg="addSp delSp modSp new mod">
        <pc:chgData name="0speada0@gmail.com" userId="48dd63df09e9f0a1" providerId="LiveId" clId="{800900FD-4590-44FE-AC12-0F15834901FB}" dt="2026-08-29T04:20:16.366" v="1315" actId="1076"/>
        <pc:sldMkLst>
          <pc:docMk/>
          <pc:sldMk cId="676269876" sldId="260"/>
        </pc:sldMkLst>
        <pc:spChg chg="del">
          <ac:chgData name="0speada0@gmail.com" userId="48dd63df09e9f0a1" providerId="LiveId" clId="{800900FD-4590-44FE-AC12-0F15834901FB}" dt="2026-08-29T04:19:51.492" v="1309" actId="478"/>
          <ac:spMkLst>
            <pc:docMk/>
            <pc:sldMk cId="676269876" sldId="260"/>
            <ac:spMk id="2" creationId="{206685C9-4D36-BA29-C2A6-BD361EAD6703}"/>
          </ac:spMkLst>
        </pc:spChg>
        <pc:spChg chg="del">
          <ac:chgData name="0speada0@gmail.com" userId="48dd63df09e9f0a1" providerId="LiveId" clId="{800900FD-4590-44FE-AC12-0F15834901FB}" dt="2026-08-29T04:19:51.492" v="1309" actId="478"/>
          <ac:spMkLst>
            <pc:docMk/>
            <pc:sldMk cId="676269876" sldId="260"/>
            <ac:spMk id="3" creationId="{2274BD5C-364D-3EAF-A2E1-057D39C44E4B}"/>
          </ac:spMkLst>
        </pc:spChg>
        <pc:spChg chg="add mod">
          <ac:chgData name="0speada0@gmail.com" userId="48dd63df09e9f0a1" providerId="LiveId" clId="{800900FD-4590-44FE-AC12-0F15834901FB}" dt="2026-08-29T04:20:16.366" v="1315" actId="1076"/>
          <ac:spMkLst>
            <pc:docMk/>
            <pc:sldMk cId="676269876" sldId="260"/>
            <ac:spMk id="5" creationId="{41C5DE85-7C6D-92A4-3589-42F2F7F5AC13}"/>
          </ac:spMkLst>
        </pc:spChg>
      </pc:sldChg>
      <pc:sldChg chg="addSp delSp modSp new mod">
        <pc:chgData name="0speada0@gmail.com" userId="48dd63df09e9f0a1" providerId="LiveId" clId="{800900FD-4590-44FE-AC12-0F15834901FB}" dt="2026-08-29T04:29:25.651" v="1553"/>
        <pc:sldMkLst>
          <pc:docMk/>
          <pc:sldMk cId="1123081811" sldId="261"/>
        </pc:sldMkLst>
        <pc:spChg chg="del">
          <ac:chgData name="0speada0@gmail.com" userId="48dd63df09e9f0a1" providerId="LiveId" clId="{800900FD-4590-44FE-AC12-0F15834901FB}" dt="2026-08-29T04:26:40.923" v="1319" actId="478"/>
          <ac:spMkLst>
            <pc:docMk/>
            <pc:sldMk cId="1123081811" sldId="261"/>
            <ac:spMk id="2" creationId="{47683094-825F-72A4-D044-008D84FC1AB7}"/>
          </ac:spMkLst>
        </pc:spChg>
        <pc:spChg chg="del">
          <ac:chgData name="0speada0@gmail.com" userId="48dd63df09e9f0a1" providerId="LiveId" clId="{800900FD-4590-44FE-AC12-0F15834901FB}" dt="2026-08-29T04:26:40.923" v="1319" actId="478"/>
          <ac:spMkLst>
            <pc:docMk/>
            <pc:sldMk cId="1123081811" sldId="261"/>
            <ac:spMk id="3" creationId="{6C4F070A-87E9-7F29-4C88-3C95A23BF278}"/>
          </ac:spMkLst>
        </pc:spChg>
        <pc:spChg chg="add del mod">
          <ac:chgData name="0speada0@gmail.com" userId="48dd63df09e9f0a1" providerId="LiveId" clId="{800900FD-4590-44FE-AC12-0F15834901FB}" dt="2026-08-29T04:26:45.045" v="1322"/>
          <ac:spMkLst>
            <pc:docMk/>
            <pc:sldMk cId="1123081811" sldId="261"/>
            <ac:spMk id="4" creationId="{0CFE5ED1-8967-100C-263D-7CAF1A54A791}"/>
          </ac:spMkLst>
        </pc:spChg>
        <pc:spChg chg="add mod">
          <ac:chgData name="0speada0@gmail.com" userId="48dd63df09e9f0a1" providerId="LiveId" clId="{800900FD-4590-44FE-AC12-0F15834901FB}" dt="2026-08-29T04:26:56.817" v="1342" actId="1076"/>
          <ac:spMkLst>
            <pc:docMk/>
            <pc:sldMk cId="1123081811" sldId="261"/>
            <ac:spMk id="5" creationId="{D48BA73E-233A-2219-9E8B-8CE20DF8193F}"/>
          </ac:spMkLst>
        </pc:spChg>
        <pc:spChg chg="add mod">
          <ac:chgData name="0speada0@gmail.com" userId="48dd63df09e9f0a1" providerId="LiveId" clId="{800900FD-4590-44FE-AC12-0F15834901FB}" dt="2026-08-29T04:27:51.169" v="1542" actId="20577"/>
          <ac:spMkLst>
            <pc:docMk/>
            <pc:sldMk cId="1123081811" sldId="261"/>
            <ac:spMk id="6" creationId="{54368D3D-3497-5B07-1E6D-2ACB4E856B47}"/>
          </ac:spMkLst>
        </pc:spChg>
        <pc:spChg chg="add del mod">
          <ac:chgData name="0speada0@gmail.com" userId="48dd63df09e9f0a1" providerId="LiveId" clId="{800900FD-4590-44FE-AC12-0F15834901FB}" dt="2026-08-29T04:29:25.651" v="1553"/>
          <ac:spMkLst>
            <pc:docMk/>
            <pc:sldMk cId="1123081811" sldId="261"/>
            <ac:spMk id="11" creationId="{8FA7220E-E814-5C6A-16C6-A02D55EC0ADB}"/>
          </ac:spMkLst>
        </pc:spChg>
        <pc:picChg chg="add mod">
          <ac:chgData name="0speada0@gmail.com" userId="48dd63df09e9f0a1" providerId="LiveId" clId="{800900FD-4590-44FE-AC12-0F15834901FB}" dt="2026-08-29T04:29:16.785" v="1549" actId="1076"/>
          <ac:picMkLst>
            <pc:docMk/>
            <pc:sldMk cId="1123081811" sldId="261"/>
            <ac:picMk id="8" creationId="{61910A11-6263-9CD6-1A11-A388B6F10F91}"/>
          </ac:picMkLst>
        </pc:picChg>
        <pc:picChg chg="add mod">
          <ac:chgData name="0speada0@gmail.com" userId="48dd63df09e9f0a1" providerId="LiveId" clId="{800900FD-4590-44FE-AC12-0F15834901FB}" dt="2026-08-29T04:29:18.564" v="1550" actId="1076"/>
          <ac:picMkLst>
            <pc:docMk/>
            <pc:sldMk cId="1123081811" sldId="261"/>
            <ac:picMk id="10" creationId="{447614DA-1609-3AB5-F128-20A1D30D9C78}"/>
          </ac:picMkLst>
        </pc:picChg>
      </pc:sldChg>
      <pc:sldChg chg="new del">
        <pc:chgData name="0speada0@gmail.com" userId="48dd63df09e9f0a1" providerId="LiveId" clId="{800900FD-4590-44FE-AC12-0F15834901FB}" dt="2026-08-29T04:26:36.977" v="1317" actId="680"/>
        <pc:sldMkLst>
          <pc:docMk/>
          <pc:sldMk cId="3916818343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F440-FB4C-4F3E-8561-73E3AA910622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0E848-C685-478F-AECD-7ED35A64D1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6797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F440-FB4C-4F3E-8561-73E3AA910622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0E848-C685-478F-AECD-7ED35A64D1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3005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F440-FB4C-4F3E-8561-73E3AA910622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0E848-C685-478F-AECD-7ED35A64D1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3126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F440-FB4C-4F3E-8561-73E3AA910622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0E848-C685-478F-AECD-7ED35A64D1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5155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F440-FB4C-4F3E-8561-73E3AA910622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0E848-C685-478F-AECD-7ED35A64D1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5402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F440-FB4C-4F3E-8561-73E3AA910622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0E848-C685-478F-AECD-7ED35A64D1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8074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F440-FB4C-4F3E-8561-73E3AA910622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0E848-C685-478F-AECD-7ED35A64D1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375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F440-FB4C-4F3E-8561-73E3AA910622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0E848-C685-478F-AECD-7ED35A64D1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396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F440-FB4C-4F3E-8561-73E3AA910622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0E848-C685-478F-AECD-7ED35A64D1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46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F440-FB4C-4F3E-8561-73E3AA910622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0E848-C685-478F-AECD-7ED35A64D1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8533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F440-FB4C-4F3E-8561-73E3AA910622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0E848-C685-478F-AECD-7ED35A64D1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3994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27F440-FB4C-4F3E-8561-73E3AA910622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F0E848-C685-478F-AECD-7ED35A64D1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337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CE6CAE6-D7C5-7A3E-5DE4-0BE90DF7D008}"/>
              </a:ext>
            </a:extLst>
          </p:cNvPr>
          <p:cNvSpPr txBox="1"/>
          <p:nvPr/>
        </p:nvSpPr>
        <p:spPr>
          <a:xfrm>
            <a:off x="128588" y="242888"/>
            <a:ext cx="6343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KOSPI </a:t>
            </a:r>
            <a:r>
              <a:rPr lang="ko-KR" altLang="en-US" sz="3600" dirty="0"/>
              <a:t>예측하는 방법 구조도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4B143C-1C6B-37B0-FE1C-E598FF0521E9}"/>
              </a:ext>
            </a:extLst>
          </p:cNvPr>
          <p:cNvSpPr txBox="1"/>
          <p:nvPr/>
        </p:nvSpPr>
        <p:spPr>
          <a:xfrm>
            <a:off x="128588" y="2160925"/>
            <a:ext cx="330041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400" b="1" dirty="0"/>
              <a:t>1. KOSPI 본체 데이터</a:t>
            </a:r>
          </a:p>
          <a:p>
            <a:pPr lvl="0"/>
            <a:r>
              <a:rPr lang="ko-KR" altLang="ko-KR" sz="1400" dirty="0"/>
              <a:t>KOSPI 시가 (</a:t>
            </a:r>
            <a:r>
              <a:rPr lang="ko-KR" altLang="ko-KR" sz="1400" dirty="0" err="1"/>
              <a:t>Open</a:t>
            </a:r>
            <a:r>
              <a:rPr lang="ko-KR" altLang="ko-KR" sz="1400" dirty="0"/>
              <a:t>)</a:t>
            </a:r>
          </a:p>
          <a:p>
            <a:pPr lvl="0"/>
            <a:r>
              <a:rPr lang="ko-KR" altLang="ko-KR" sz="1400" dirty="0"/>
              <a:t>KOSPI 고가 (</a:t>
            </a:r>
            <a:r>
              <a:rPr lang="ko-KR" altLang="ko-KR" sz="1400" dirty="0" err="1"/>
              <a:t>High</a:t>
            </a:r>
            <a:r>
              <a:rPr lang="ko-KR" altLang="ko-KR" sz="1400" dirty="0"/>
              <a:t>)</a:t>
            </a:r>
          </a:p>
          <a:p>
            <a:pPr lvl="0"/>
            <a:r>
              <a:rPr lang="ko-KR" altLang="ko-KR" sz="1400" dirty="0"/>
              <a:t>KOSPI 저가 (</a:t>
            </a:r>
            <a:r>
              <a:rPr lang="ko-KR" altLang="ko-KR" sz="1400" dirty="0" err="1"/>
              <a:t>Low</a:t>
            </a:r>
            <a:r>
              <a:rPr lang="ko-KR" altLang="ko-KR" sz="1400" dirty="0"/>
              <a:t>)</a:t>
            </a:r>
          </a:p>
          <a:p>
            <a:pPr lvl="0"/>
            <a:r>
              <a:rPr lang="ko-KR" altLang="ko-KR" sz="1400" dirty="0"/>
              <a:t>KOSPI 종가 (</a:t>
            </a:r>
            <a:r>
              <a:rPr lang="ko-KR" altLang="ko-KR" sz="1400" dirty="0" err="1"/>
              <a:t>Close</a:t>
            </a:r>
            <a:r>
              <a:rPr lang="ko-KR" altLang="ko-KR" sz="1400" dirty="0"/>
              <a:t>)</a:t>
            </a:r>
          </a:p>
          <a:p>
            <a:pPr lvl="0"/>
            <a:r>
              <a:rPr lang="ko-KR" altLang="ko-KR" sz="1400" dirty="0"/>
              <a:t>KOSPI 거래량 (</a:t>
            </a:r>
            <a:r>
              <a:rPr lang="ko-KR" altLang="ko-KR" sz="1400" dirty="0" err="1"/>
              <a:t>Volume</a:t>
            </a:r>
            <a:r>
              <a:rPr lang="ko-KR" altLang="ko-KR" sz="1400" dirty="0"/>
              <a:t>)</a:t>
            </a:r>
          </a:p>
          <a:p>
            <a:pPr lvl="0"/>
            <a:r>
              <a:rPr lang="ko-KR" altLang="ko-KR" sz="1400" dirty="0"/>
              <a:t>KOSPI 거래대금 (</a:t>
            </a:r>
            <a:r>
              <a:rPr lang="ko-KR" altLang="ko-KR" sz="1400" dirty="0" err="1"/>
              <a:t>Trading</a:t>
            </a:r>
            <a:r>
              <a:rPr lang="ko-KR" altLang="ko-KR" sz="1400" dirty="0"/>
              <a:t> </a:t>
            </a:r>
            <a:r>
              <a:rPr lang="ko-KR" altLang="ko-KR" sz="1400" dirty="0" err="1"/>
              <a:t>Value</a:t>
            </a:r>
            <a:r>
              <a:rPr lang="ko-KR" altLang="ko-KR" sz="1400" dirty="0"/>
              <a:t>)</a:t>
            </a:r>
          </a:p>
          <a:p>
            <a:pPr lvl="0"/>
            <a:r>
              <a:rPr lang="ko-KR" altLang="ko-KR" sz="1400" dirty="0"/>
              <a:t>KOSPI 일일 수익률 (</a:t>
            </a:r>
            <a:r>
              <a:rPr lang="ko-KR" altLang="ko-KR" sz="1400" dirty="0" err="1"/>
              <a:t>Daily</a:t>
            </a:r>
            <a:r>
              <a:rPr lang="ko-KR" altLang="ko-KR" sz="1400" dirty="0"/>
              <a:t> </a:t>
            </a:r>
            <a:r>
              <a:rPr lang="ko-KR" altLang="ko-KR" sz="1400" dirty="0" err="1"/>
              <a:t>Return</a:t>
            </a:r>
            <a:r>
              <a:rPr lang="ko-KR" altLang="ko-KR" sz="1400" dirty="0"/>
              <a:t>)</a:t>
            </a:r>
          </a:p>
          <a:p>
            <a:pPr lvl="0"/>
            <a:r>
              <a:rPr lang="ko-KR" altLang="ko-KR" sz="1400" dirty="0"/>
              <a:t>KOSPI 5일 / 20일 / 60일 이동평균선</a:t>
            </a:r>
          </a:p>
          <a:p>
            <a:pPr lvl="0"/>
            <a:r>
              <a:rPr lang="ko-KR" altLang="ko-KR" sz="1400" dirty="0"/>
              <a:t>KOSPI 5일 / 20일 이동평균 </a:t>
            </a:r>
            <a:r>
              <a:rPr lang="ko-KR" altLang="ko-KR" sz="1400" dirty="0" err="1"/>
              <a:t>이격도</a:t>
            </a:r>
            <a:r>
              <a:rPr lang="ko-KR" altLang="ko-KR" sz="1400" dirty="0"/>
              <a:t> (</a:t>
            </a:r>
            <a:r>
              <a:rPr lang="ko-KR" altLang="ko-KR" sz="1400" dirty="0" err="1"/>
              <a:t>Disparity</a:t>
            </a:r>
            <a:r>
              <a:rPr lang="ko-KR" altLang="ko-KR" sz="1400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A2D32D-C979-83E0-4766-8BF724553869}"/>
              </a:ext>
            </a:extLst>
          </p:cNvPr>
          <p:cNvSpPr txBox="1"/>
          <p:nvPr/>
        </p:nvSpPr>
        <p:spPr>
          <a:xfrm>
            <a:off x="3429000" y="2160925"/>
            <a:ext cx="332898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400" b="1" dirty="0"/>
              <a:t>2. 수급 데이터 </a:t>
            </a:r>
          </a:p>
          <a:p>
            <a:pPr lvl="0"/>
            <a:r>
              <a:rPr lang="ko-KR" altLang="ko-KR" sz="1400" dirty="0"/>
              <a:t>외국인 일별 순매수 대금</a:t>
            </a:r>
          </a:p>
          <a:p>
            <a:pPr lvl="0"/>
            <a:r>
              <a:rPr lang="ko-KR" altLang="ko-KR" sz="1400" dirty="0"/>
              <a:t>외국인 일별 순매수 수량</a:t>
            </a:r>
          </a:p>
          <a:p>
            <a:pPr lvl="0"/>
            <a:r>
              <a:rPr lang="ko-KR" altLang="ko-KR" sz="1400" dirty="0"/>
              <a:t>외국인 순매수 대금</a:t>
            </a:r>
          </a:p>
          <a:p>
            <a:pPr lvl="0"/>
            <a:r>
              <a:rPr lang="ko-KR" altLang="ko-KR" sz="1400" dirty="0"/>
              <a:t>기관 일별 순매수 대금</a:t>
            </a:r>
          </a:p>
          <a:p>
            <a:pPr lvl="0"/>
            <a:r>
              <a:rPr lang="ko-KR" altLang="ko-KR" sz="1400" dirty="0"/>
              <a:t>기관 일별 순매수 수량</a:t>
            </a:r>
          </a:p>
          <a:p>
            <a:pPr lvl="0"/>
            <a:r>
              <a:rPr lang="ko-KR" altLang="ko-KR" sz="1400" dirty="0"/>
              <a:t>기관 순매수 대금</a:t>
            </a:r>
          </a:p>
          <a:p>
            <a:pPr lvl="0"/>
            <a:r>
              <a:rPr lang="ko-KR" altLang="ko-KR" sz="1400" dirty="0"/>
              <a:t>개인 일별 순매수 대금</a:t>
            </a:r>
          </a:p>
          <a:p>
            <a:pPr lvl="0"/>
            <a:r>
              <a:rPr lang="ko-KR" altLang="ko-KR" sz="1400" dirty="0"/>
              <a:t>연기금 일별 순매수 대금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269B1C-4AB1-E5FD-CBD3-C9842034EC11}"/>
              </a:ext>
            </a:extLst>
          </p:cNvPr>
          <p:cNvSpPr txBox="1"/>
          <p:nvPr/>
        </p:nvSpPr>
        <p:spPr>
          <a:xfrm>
            <a:off x="3429000" y="4909244"/>
            <a:ext cx="377547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400" b="1" dirty="0"/>
              <a:t>4. 기술적 지표 </a:t>
            </a:r>
          </a:p>
          <a:p>
            <a:pPr lvl="0"/>
            <a:r>
              <a:rPr lang="ko-KR" altLang="ko-KR" sz="1400" dirty="0"/>
              <a:t>RSI 14일 지표</a:t>
            </a:r>
          </a:p>
          <a:p>
            <a:pPr lvl="0"/>
            <a:r>
              <a:rPr lang="ko-KR" altLang="ko-KR" sz="1400" dirty="0"/>
              <a:t>MACD 값</a:t>
            </a:r>
          </a:p>
          <a:p>
            <a:pPr lvl="0"/>
            <a:r>
              <a:rPr lang="ko-KR" altLang="ko-KR" sz="1400" dirty="0"/>
              <a:t>MACD </a:t>
            </a:r>
            <a:r>
              <a:rPr lang="ko-KR" altLang="ko-KR" sz="1400" dirty="0" err="1"/>
              <a:t>Signal</a:t>
            </a:r>
            <a:r>
              <a:rPr lang="ko-KR" altLang="ko-KR" sz="1400" dirty="0"/>
              <a:t> 값</a:t>
            </a:r>
          </a:p>
          <a:p>
            <a:pPr lvl="0"/>
            <a:r>
              <a:rPr lang="ko-KR" altLang="ko-KR" sz="1400" dirty="0"/>
              <a:t>MACD </a:t>
            </a:r>
            <a:r>
              <a:rPr lang="ko-KR" altLang="ko-KR" sz="1400" dirty="0" err="1"/>
              <a:t>Histogram</a:t>
            </a:r>
            <a:endParaRPr lang="ko-KR" altLang="ko-KR" sz="1400" dirty="0"/>
          </a:p>
          <a:p>
            <a:pPr lvl="0"/>
            <a:r>
              <a:rPr lang="ko-KR" altLang="ko-KR" sz="1400" dirty="0" err="1"/>
              <a:t>볼린저</a:t>
            </a:r>
            <a:r>
              <a:rPr lang="ko-KR" altLang="ko-KR" sz="1400" dirty="0"/>
              <a:t> 밴드 상한선 / 하한선 / %</a:t>
            </a:r>
            <a:r>
              <a:rPr lang="ko-KR" altLang="ko-KR" sz="1400" dirty="0" err="1"/>
              <a:t>B</a:t>
            </a:r>
            <a:endParaRPr lang="ko-KR" altLang="ko-KR" sz="1400" dirty="0"/>
          </a:p>
          <a:p>
            <a:pPr lvl="0"/>
            <a:r>
              <a:rPr lang="ko-KR" altLang="ko-KR" sz="1400" dirty="0" err="1"/>
              <a:t>볼린저</a:t>
            </a:r>
            <a:r>
              <a:rPr lang="ko-KR" altLang="ko-KR" sz="1400" dirty="0"/>
              <a:t> 밴드 너비 (BB </a:t>
            </a:r>
            <a:r>
              <a:rPr lang="ko-KR" altLang="ko-KR" sz="1400" dirty="0" err="1"/>
              <a:t>Width</a:t>
            </a:r>
            <a:r>
              <a:rPr lang="ko-KR" altLang="ko-KR" sz="1400" dirty="0"/>
              <a:t>)</a:t>
            </a:r>
          </a:p>
          <a:p>
            <a:pPr lvl="0"/>
            <a:r>
              <a:rPr lang="ko-KR" altLang="ko-KR" sz="1400" dirty="0"/>
              <a:t>ATR (</a:t>
            </a:r>
            <a:r>
              <a:rPr lang="ko-KR" altLang="ko-KR" sz="1400" dirty="0" err="1"/>
              <a:t>Average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True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Range</a:t>
            </a:r>
            <a:r>
              <a:rPr lang="ko-KR" altLang="ko-KR" sz="1400" dirty="0"/>
              <a:t> - 변동성 지표)</a:t>
            </a:r>
          </a:p>
          <a:p>
            <a:pPr lvl="0"/>
            <a:r>
              <a:rPr lang="ko-KR" altLang="ko-KR" sz="1400" dirty="0" err="1"/>
              <a:t>스토캐스틱</a:t>
            </a:r>
            <a:r>
              <a:rPr lang="ko-KR" altLang="ko-KR" sz="1400" dirty="0"/>
              <a:t> </a:t>
            </a:r>
            <a:r>
              <a:rPr lang="ko-KR" altLang="ko-KR" sz="1400" dirty="0" err="1"/>
              <a:t>Fast</a:t>
            </a:r>
            <a:r>
              <a:rPr lang="ko-KR" altLang="ko-KR" sz="1400" dirty="0"/>
              <a:t> %K / %</a:t>
            </a:r>
            <a:r>
              <a:rPr lang="ko-KR" altLang="ko-KR" sz="1400" dirty="0" err="1"/>
              <a:t>D</a:t>
            </a:r>
            <a:endParaRPr lang="ko-KR" altLang="ko-KR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6EB773-4125-DC64-6D29-2C3C0DD5C5BA}"/>
              </a:ext>
            </a:extLst>
          </p:cNvPr>
          <p:cNvSpPr txBox="1"/>
          <p:nvPr/>
        </p:nvSpPr>
        <p:spPr>
          <a:xfrm>
            <a:off x="128588" y="4909244"/>
            <a:ext cx="330041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400" b="1" dirty="0"/>
              <a:t>3. 해외 증시 및 거시경제 </a:t>
            </a:r>
          </a:p>
          <a:p>
            <a:pPr lvl="0"/>
            <a:r>
              <a:rPr lang="ko-KR" altLang="ko-KR" sz="1400" dirty="0"/>
              <a:t>S&amp;P500 종가 및 변동률</a:t>
            </a:r>
          </a:p>
          <a:p>
            <a:pPr lvl="0"/>
            <a:r>
              <a:rPr lang="ko-KR" altLang="ko-KR" sz="1400" dirty="0"/>
              <a:t>나스닥(NASDAQ) 종가 및 변동률</a:t>
            </a:r>
          </a:p>
          <a:p>
            <a:pPr lvl="0"/>
            <a:r>
              <a:rPr lang="ko-KR" altLang="ko-KR" sz="1400" dirty="0"/>
              <a:t>필라델피아 반도체 지수(SOX) 종가 및 변동률</a:t>
            </a:r>
          </a:p>
          <a:p>
            <a:pPr lvl="0"/>
            <a:r>
              <a:rPr lang="ko-KR" altLang="ko-KR" sz="1400" dirty="0"/>
              <a:t>원/달러 환율 (USD/KRW)</a:t>
            </a:r>
          </a:p>
          <a:p>
            <a:pPr lvl="0"/>
            <a:r>
              <a:rPr lang="ko-KR" altLang="ko-KR" sz="1400" dirty="0"/>
              <a:t>원/달러 환율 5일 / 20일 이동평균 </a:t>
            </a:r>
            <a:r>
              <a:rPr lang="ko-KR" altLang="ko-KR" sz="1400" dirty="0" err="1"/>
              <a:t>이격도</a:t>
            </a:r>
            <a:endParaRPr lang="ko-KR" altLang="ko-KR" sz="1400" dirty="0"/>
          </a:p>
          <a:p>
            <a:pPr lvl="0"/>
            <a:r>
              <a:rPr lang="ko-KR" altLang="ko-KR" sz="1400" dirty="0"/>
              <a:t>미국 VIX 지수 (변동성 지수)</a:t>
            </a:r>
          </a:p>
          <a:p>
            <a:pPr lvl="0"/>
            <a:r>
              <a:rPr lang="ko-KR" altLang="ko-KR" sz="1400" dirty="0"/>
              <a:t>VKOSPI (한국 변동성 지수)</a:t>
            </a:r>
          </a:p>
          <a:p>
            <a:pPr lvl="0"/>
            <a:r>
              <a:rPr lang="ko-KR" altLang="ko-KR" sz="1400" dirty="0"/>
              <a:t>WTI 유가 변동률</a:t>
            </a:r>
          </a:p>
          <a:p>
            <a:pPr lvl="0"/>
            <a:r>
              <a:rPr lang="ko-KR" altLang="ko-KR" sz="1400" dirty="0"/>
              <a:t>미국 10년물 국채 금리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B2AAB8-F40D-AA4B-8FE6-0054C530BB68}"/>
              </a:ext>
            </a:extLst>
          </p:cNvPr>
          <p:cNvSpPr txBox="1"/>
          <p:nvPr/>
        </p:nvSpPr>
        <p:spPr>
          <a:xfrm>
            <a:off x="128588" y="1427678"/>
            <a:ext cx="5457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1. </a:t>
            </a:r>
            <a:r>
              <a:rPr lang="ko-KR" altLang="en-US" sz="3600" dirty="0"/>
              <a:t>데이터셋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00CA7B-6C71-F154-A0CC-844C624D4E04}"/>
              </a:ext>
            </a:extLst>
          </p:cNvPr>
          <p:cNvSpPr txBox="1"/>
          <p:nvPr/>
        </p:nvSpPr>
        <p:spPr>
          <a:xfrm>
            <a:off x="617935" y="7978260"/>
            <a:ext cx="6586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수급데이터 제외 모든 데이터 </a:t>
            </a:r>
            <a:r>
              <a:rPr lang="en-US" altLang="ko-KR" dirty="0" err="1"/>
              <a:t>yfinance</a:t>
            </a:r>
            <a:r>
              <a:rPr lang="en-US" altLang="ko-KR" dirty="0"/>
              <a:t> </a:t>
            </a:r>
            <a:r>
              <a:rPr lang="ko-KR" altLang="en-US" dirty="0"/>
              <a:t>로 수집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0EDAE1-588C-536F-41C3-CEE9CF6C2397}"/>
              </a:ext>
            </a:extLst>
          </p:cNvPr>
          <p:cNvSpPr txBox="1"/>
          <p:nvPr/>
        </p:nvSpPr>
        <p:spPr>
          <a:xfrm>
            <a:off x="617934" y="8347592"/>
            <a:ext cx="57257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	</a:t>
            </a:r>
            <a:r>
              <a:rPr lang="ko-KR" altLang="en-US" dirty="0"/>
              <a:t>수급 데이터 </a:t>
            </a:r>
            <a:r>
              <a:rPr lang="en-US" altLang="ko-KR" dirty="0" err="1"/>
              <a:t>PyKRX</a:t>
            </a:r>
            <a:r>
              <a:rPr lang="en-US" altLang="ko-KR" dirty="0"/>
              <a:t> 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사용해 수집 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64102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D312460-B1AC-E75B-18FD-7A6D65C25901}"/>
              </a:ext>
            </a:extLst>
          </p:cNvPr>
          <p:cNvSpPr txBox="1"/>
          <p:nvPr/>
        </p:nvSpPr>
        <p:spPr>
          <a:xfrm>
            <a:off x="414338" y="800101"/>
            <a:ext cx="777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/>
              <a:t>2. </a:t>
            </a:r>
            <a:r>
              <a:rPr lang="ko-KR" altLang="en-US" sz="4000" dirty="0" err="1"/>
              <a:t>전처리</a:t>
            </a:r>
            <a:endParaRPr lang="ko-KR" altLang="en-US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1C3906-7071-8923-9120-698C3DBAA6C9}"/>
              </a:ext>
            </a:extLst>
          </p:cNvPr>
          <p:cNvSpPr txBox="1"/>
          <p:nvPr/>
        </p:nvSpPr>
        <p:spPr>
          <a:xfrm>
            <a:off x="257175" y="1643063"/>
            <a:ext cx="6415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위의 데이터셋을 가공하여 다음과 같은 </a:t>
            </a:r>
            <a:r>
              <a:rPr lang="en-US" altLang="ko-KR" dirty="0" err="1"/>
              <a:t>Dataframe</a:t>
            </a:r>
            <a:r>
              <a:rPr lang="en-US" altLang="ko-KR" dirty="0"/>
              <a:t> </a:t>
            </a:r>
            <a:r>
              <a:rPr lang="ko-KR" altLang="en-US" dirty="0"/>
              <a:t>을 생성 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86FE8CF-83A3-205B-007A-E65C691B81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192642"/>
              </p:ext>
            </p:extLst>
          </p:nvPr>
        </p:nvGraphicFramePr>
        <p:xfrm>
          <a:off x="257175" y="2272744"/>
          <a:ext cx="6415092" cy="30147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2788">
                  <a:extLst>
                    <a:ext uri="{9D8B030D-6E8A-4147-A177-3AD203B41FA5}">
                      <a16:colId xmlns:a16="http://schemas.microsoft.com/office/drawing/2014/main" val="3230524268"/>
                    </a:ext>
                  </a:extLst>
                </a:gridCol>
                <a:gridCol w="712788">
                  <a:extLst>
                    <a:ext uri="{9D8B030D-6E8A-4147-A177-3AD203B41FA5}">
                      <a16:colId xmlns:a16="http://schemas.microsoft.com/office/drawing/2014/main" val="1006478774"/>
                    </a:ext>
                  </a:extLst>
                </a:gridCol>
                <a:gridCol w="712788">
                  <a:extLst>
                    <a:ext uri="{9D8B030D-6E8A-4147-A177-3AD203B41FA5}">
                      <a16:colId xmlns:a16="http://schemas.microsoft.com/office/drawing/2014/main" val="2496301314"/>
                    </a:ext>
                  </a:extLst>
                </a:gridCol>
                <a:gridCol w="712788">
                  <a:extLst>
                    <a:ext uri="{9D8B030D-6E8A-4147-A177-3AD203B41FA5}">
                      <a16:colId xmlns:a16="http://schemas.microsoft.com/office/drawing/2014/main" val="3474262232"/>
                    </a:ext>
                  </a:extLst>
                </a:gridCol>
                <a:gridCol w="712788">
                  <a:extLst>
                    <a:ext uri="{9D8B030D-6E8A-4147-A177-3AD203B41FA5}">
                      <a16:colId xmlns:a16="http://schemas.microsoft.com/office/drawing/2014/main" val="3786881955"/>
                    </a:ext>
                  </a:extLst>
                </a:gridCol>
                <a:gridCol w="712788">
                  <a:extLst>
                    <a:ext uri="{9D8B030D-6E8A-4147-A177-3AD203B41FA5}">
                      <a16:colId xmlns:a16="http://schemas.microsoft.com/office/drawing/2014/main" val="1832985115"/>
                    </a:ext>
                  </a:extLst>
                </a:gridCol>
                <a:gridCol w="712788">
                  <a:extLst>
                    <a:ext uri="{9D8B030D-6E8A-4147-A177-3AD203B41FA5}">
                      <a16:colId xmlns:a16="http://schemas.microsoft.com/office/drawing/2014/main" val="4111699385"/>
                    </a:ext>
                  </a:extLst>
                </a:gridCol>
                <a:gridCol w="712788">
                  <a:extLst>
                    <a:ext uri="{9D8B030D-6E8A-4147-A177-3AD203B41FA5}">
                      <a16:colId xmlns:a16="http://schemas.microsoft.com/office/drawing/2014/main" val="1412447054"/>
                    </a:ext>
                  </a:extLst>
                </a:gridCol>
                <a:gridCol w="712788">
                  <a:extLst>
                    <a:ext uri="{9D8B030D-6E8A-4147-A177-3AD203B41FA5}">
                      <a16:colId xmlns:a16="http://schemas.microsoft.com/office/drawing/2014/main" val="2631141817"/>
                    </a:ext>
                  </a:extLst>
                </a:gridCol>
              </a:tblGrid>
              <a:tr h="574972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 dirty="0" err="1">
                          <a:effectLst/>
                        </a:rPr>
                        <a:t>Date</a:t>
                      </a:r>
                      <a:endParaRPr lang="ko-KR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kospi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sp500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nasdaq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sox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usdkrw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vix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wti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us10y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extLst>
                  <a:ext uri="{0D108BD9-81ED-4DB2-BD59-A6C34878D82A}">
                    <a16:rowId xmlns:a16="http://schemas.microsoft.com/office/drawing/2014/main" val="2799743174"/>
                  </a:ext>
                </a:extLst>
              </a:tr>
              <a:tr h="48794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2024-01-22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2472.69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4850.43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15360.29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4386.60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1337.50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13.19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75.25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4.10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extLst>
                  <a:ext uri="{0D108BD9-81ED-4DB2-BD59-A6C34878D82A}">
                    <a16:rowId xmlns:a16="http://schemas.microsoft.com/office/drawing/2014/main" val="1298250492"/>
                  </a:ext>
                </a:extLst>
              </a:tr>
              <a:tr h="48794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2024-01-23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2494.28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4864.60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15425.94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4415.15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1334.20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12.55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74.37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4.14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extLst>
                  <a:ext uri="{0D108BD9-81ED-4DB2-BD59-A6C34878D82A}">
                    <a16:rowId xmlns:a16="http://schemas.microsoft.com/office/drawing/2014/main" val="1041585137"/>
                  </a:ext>
                </a:extLst>
              </a:tr>
              <a:tr h="48794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2024-01-24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2469.69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4868.55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15481.92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 dirty="0">
                          <a:effectLst/>
                        </a:rPr>
                        <a:t>4361.30</a:t>
                      </a:r>
                      <a:endParaRPr lang="ko-KR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1337.00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13.14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 dirty="0">
                          <a:effectLst/>
                        </a:rPr>
                        <a:t>75.09</a:t>
                      </a:r>
                      <a:endParaRPr lang="ko-KR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4.18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extLst>
                  <a:ext uri="{0D108BD9-81ED-4DB2-BD59-A6C34878D82A}">
                    <a16:rowId xmlns:a16="http://schemas.microsoft.com/office/drawing/2014/main" val="1518648007"/>
                  </a:ext>
                </a:extLst>
              </a:tr>
              <a:tr h="48794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2024-01-25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2470.34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4894.16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15510.50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4350.20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1335.80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13.26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77.36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4.12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extLst>
                  <a:ext uri="{0D108BD9-81ED-4DB2-BD59-A6C34878D82A}">
                    <a16:rowId xmlns:a16="http://schemas.microsoft.com/office/drawing/2014/main" val="2672721923"/>
                  </a:ext>
                </a:extLst>
              </a:tr>
              <a:tr h="48794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2024-01-26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2478.56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4890.97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15455.36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4291.23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1336.10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13.26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78.01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 dirty="0">
                          <a:effectLst/>
                        </a:rPr>
                        <a:t>4.14</a:t>
                      </a:r>
                      <a:endParaRPr lang="ko-KR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extLst>
                  <a:ext uri="{0D108BD9-81ED-4DB2-BD59-A6C34878D82A}">
                    <a16:rowId xmlns:a16="http://schemas.microsoft.com/office/drawing/2014/main" val="1061123804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6BCD25D-5635-5FC8-EAAA-59C6498EE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116622"/>
              </p:ext>
            </p:extLst>
          </p:nvPr>
        </p:nvGraphicFramePr>
        <p:xfrm>
          <a:off x="257175" y="5547795"/>
          <a:ext cx="6415092" cy="34326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2788">
                  <a:extLst>
                    <a:ext uri="{9D8B030D-6E8A-4147-A177-3AD203B41FA5}">
                      <a16:colId xmlns:a16="http://schemas.microsoft.com/office/drawing/2014/main" val="1484549901"/>
                    </a:ext>
                  </a:extLst>
                </a:gridCol>
                <a:gridCol w="712788">
                  <a:extLst>
                    <a:ext uri="{9D8B030D-6E8A-4147-A177-3AD203B41FA5}">
                      <a16:colId xmlns:a16="http://schemas.microsoft.com/office/drawing/2014/main" val="4035711877"/>
                    </a:ext>
                  </a:extLst>
                </a:gridCol>
                <a:gridCol w="712788">
                  <a:extLst>
                    <a:ext uri="{9D8B030D-6E8A-4147-A177-3AD203B41FA5}">
                      <a16:colId xmlns:a16="http://schemas.microsoft.com/office/drawing/2014/main" val="686717679"/>
                    </a:ext>
                  </a:extLst>
                </a:gridCol>
                <a:gridCol w="712788">
                  <a:extLst>
                    <a:ext uri="{9D8B030D-6E8A-4147-A177-3AD203B41FA5}">
                      <a16:colId xmlns:a16="http://schemas.microsoft.com/office/drawing/2014/main" val="3977116767"/>
                    </a:ext>
                  </a:extLst>
                </a:gridCol>
                <a:gridCol w="712788">
                  <a:extLst>
                    <a:ext uri="{9D8B030D-6E8A-4147-A177-3AD203B41FA5}">
                      <a16:colId xmlns:a16="http://schemas.microsoft.com/office/drawing/2014/main" val="1502887887"/>
                    </a:ext>
                  </a:extLst>
                </a:gridCol>
                <a:gridCol w="712788">
                  <a:extLst>
                    <a:ext uri="{9D8B030D-6E8A-4147-A177-3AD203B41FA5}">
                      <a16:colId xmlns:a16="http://schemas.microsoft.com/office/drawing/2014/main" val="2698813179"/>
                    </a:ext>
                  </a:extLst>
                </a:gridCol>
                <a:gridCol w="712788">
                  <a:extLst>
                    <a:ext uri="{9D8B030D-6E8A-4147-A177-3AD203B41FA5}">
                      <a16:colId xmlns:a16="http://schemas.microsoft.com/office/drawing/2014/main" val="1705824270"/>
                    </a:ext>
                  </a:extLst>
                </a:gridCol>
                <a:gridCol w="712788">
                  <a:extLst>
                    <a:ext uri="{9D8B030D-6E8A-4147-A177-3AD203B41FA5}">
                      <a16:colId xmlns:a16="http://schemas.microsoft.com/office/drawing/2014/main" val="1512624826"/>
                    </a:ext>
                  </a:extLst>
                </a:gridCol>
                <a:gridCol w="712788">
                  <a:extLst>
                    <a:ext uri="{9D8B030D-6E8A-4147-A177-3AD203B41FA5}">
                      <a16:colId xmlns:a16="http://schemas.microsoft.com/office/drawing/2014/main" val="2025302386"/>
                    </a:ext>
                  </a:extLst>
                </a:gridCol>
              </a:tblGrid>
              <a:tr h="417702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 dirty="0" err="1">
                          <a:effectLst/>
                        </a:rPr>
                        <a:t>foreign_net</a:t>
                      </a:r>
                      <a:endParaRPr lang="ko-KR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inst_net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retail_net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foreign_5d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inst_5d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kospi_return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disp_5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disp_20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rsi_14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extLst>
                  <a:ext uri="{0D108BD9-81ED-4DB2-BD59-A6C34878D82A}">
                    <a16:rowId xmlns:a16="http://schemas.microsoft.com/office/drawing/2014/main" val="2799743174"/>
                  </a:ext>
                </a:extLst>
              </a:tr>
              <a:tr h="602015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185000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-120000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-55000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450000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-890000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0.0016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-0.0031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-0.0215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38.45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extLst>
                  <a:ext uri="{0D108BD9-81ED-4DB2-BD59-A6C34878D82A}">
                    <a16:rowId xmlns:a16="http://schemas.microsoft.com/office/drawing/2014/main" val="1298250492"/>
                  </a:ext>
                </a:extLst>
              </a:tr>
              <a:tr h="602015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 dirty="0">
                          <a:effectLst/>
                        </a:rPr>
                        <a:t>240000</a:t>
                      </a:r>
                      <a:endParaRPr lang="ko-KR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85000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-310000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 dirty="0">
                          <a:effectLst/>
                        </a:rPr>
                        <a:t>620000</a:t>
                      </a:r>
                      <a:endParaRPr lang="ko-KR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-450000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0.0087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0.0042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-0.0112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43.12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extLst>
                  <a:ext uri="{0D108BD9-81ED-4DB2-BD59-A6C34878D82A}">
                    <a16:rowId xmlns:a16="http://schemas.microsoft.com/office/drawing/2014/main" val="1041585137"/>
                  </a:ext>
                </a:extLst>
              </a:tr>
              <a:tr h="602015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-75000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 dirty="0">
                          <a:effectLst/>
                        </a:rPr>
                        <a:t>-42000</a:t>
                      </a:r>
                      <a:endParaRPr lang="ko-KR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110000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380000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-310000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 dirty="0">
                          <a:effectLst/>
                        </a:rPr>
                        <a:t>-0.0099</a:t>
                      </a:r>
                      <a:endParaRPr lang="ko-KR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 dirty="0">
                          <a:effectLst/>
                        </a:rPr>
                        <a:t>-0.0048</a:t>
                      </a:r>
                      <a:endParaRPr lang="ko-KR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-0.0188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39.80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extLst>
                  <a:ext uri="{0D108BD9-81ED-4DB2-BD59-A6C34878D82A}">
                    <a16:rowId xmlns:a16="http://schemas.microsoft.com/office/drawing/2014/main" val="1518648007"/>
                  </a:ext>
                </a:extLst>
              </a:tr>
              <a:tr h="602015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 dirty="0">
                          <a:effectLst/>
                        </a:rPr>
                        <a:t>120000</a:t>
                      </a:r>
                      <a:endParaRPr lang="ko-KR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-82000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-35000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420000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-280000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0.0003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-0.0021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-0.0161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40.01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extLst>
                  <a:ext uri="{0D108BD9-81ED-4DB2-BD59-A6C34878D82A}">
                    <a16:rowId xmlns:a16="http://schemas.microsoft.com/office/drawing/2014/main" val="2672721923"/>
                  </a:ext>
                </a:extLst>
              </a:tr>
              <a:tr h="602015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 dirty="0">
                          <a:effectLst/>
                        </a:rPr>
                        <a:t>210000</a:t>
                      </a:r>
                      <a:endParaRPr lang="ko-KR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15000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-210000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 dirty="0">
                          <a:effectLst/>
                        </a:rPr>
                        <a:t>680000</a:t>
                      </a:r>
                      <a:endParaRPr lang="ko-KR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-144000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0.0033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0.0006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-0.0110</a:t>
                      </a:r>
                      <a:endParaRPr lang="ko-KR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200" dirty="0">
                          <a:effectLst/>
                        </a:rPr>
                        <a:t>42.30</a:t>
                      </a:r>
                      <a:endParaRPr lang="ko-KR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2610" marR="42610" marT="28406" marB="28406" anchor="ctr"/>
                </a:tc>
                <a:extLst>
                  <a:ext uri="{0D108BD9-81ED-4DB2-BD59-A6C34878D82A}">
                    <a16:rowId xmlns:a16="http://schemas.microsoft.com/office/drawing/2014/main" val="1061123804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9307D4E-E435-F975-CBD2-BAD4BE60EF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642548"/>
              </p:ext>
            </p:extLst>
          </p:nvPr>
        </p:nvGraphicFramePr>
        <p:xfrm>
          <a:off x="257171" y="9306831"/>
          <a:ext cx="6415094" cy="3858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3967">
                  <a:extLst>
                    <a:ext uri="{9D8B030D-6E8A-4147-A177-3AD203B41FA5}">
                      <a16:colId xmlns:a16="http://schemas.microsoft.com/office/drawing/2014/main" val="3442403314"/>
                    </a:ext>
                  </a:extLst>
                </a:gridCol>
                <a:gridCol w="1063967">
                  <a:extLst>
                    <a:ext uri="{9D8B030D-6E8A-4147-A177-3AD203B41FA5}">
                      <a16:colId xmlns:a16="http://schemas.microsoft.com/office/drawing/2014/main" val="3239059537"/>
                    </a:ext>
                  </a:extLst>
                </a:gridCol>
                <a:gridCol w="1063967">
                  <a:extLst>
                    <a:ext uri="{9D8B030D-6E8A-4147-A177-3AD203B41FA5}">
                      <a16:colId xmlns:a16="http://schemas.microsoft.com/office/drawing/2014/main" val="125976013"/>
                    </a:ext>
                  </a:extLst>
                </a:gridCol>
                <a:gridCol w="1063967">
                  <a:extLst>
                    <a:ext uri="{9D8B030D-6E8A-4147-A177-3AD203B41FA5}">
                      <a16:colId xmlns:a16="http://schemas.microsoft.com/office/drawing/2014/main" val="2249983610"/>
                    </a:ext>
                  </a:extLst>
                </a:gridCol>
                <a:gridCol w="1063967">
                  <a:extLst>
                    <a:ext uri="{9D8B030D-6E8A-4147-A177-3AD203B41FA5}">
                      <a16:colId xmlns:a16="http://schemas.microsoft.com/office/drawing/2014/main" val="2669675739"/>
                    </a:ext>
                  </a:extLst>
                </a:gridCol>
                <a:gridCol w="1095259">
                  <a:extLst>
                    <a:ext uri="{9D8B030D-6E8A-4147-A177-3AD203B41FA5}">
                      <a16:colId xmlns:a16="http://schemas.microsoft.com/office/drawing/2014/main" val="2569950845"/>
                    </a:ext>
                  </a:extLst>
                </a:gridCol>
              </a:tblGrid>
              <a:tr h="3858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200" u="none" strike="noStrike">
                          <a:effectLst/>
                        </a:rPr>
                        <a:t>target_cls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200" u="none" strike="noStrike">
                          <a:effectLst/>
                        </a:rPr>
                        <a:t>1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200" u="none" strike="noStrike">
                          <a:effectLst/>
                        </a:rPr>
                        <a:t>0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200" u="none" strike="noStrike">
                          <a:effectLst/>
                        </a:rPr>
                        <a:t>1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200" u="none" strike="noStrike">
                          <a:effectLst/>
                        </a:rPr>
                        <a:t>1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sz="1200" u="none" strike="noStrike" dirty="0">
                          <a:effectLst/>
                        </a:rPr>
                        <a:t>0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82168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277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A00B22C-B6E8-FB8D-5E51-366F2F024F48}"/>
              </a:ext>
            </a:extLst>
          </p:cNvPr>
          <p:cNvSpPr txBox="1"/>
          <p:nvPr/>
        </p:nvSpPr>
        <p:spPr>
          <a:xfrm>
            <a:off x="203200" y="375920"/>
            <a:ext cx="6578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정규화 </a:t>
            </a:r>
            <a:r>
              <a:rPr lang="en-US" altLang="ko-KR" dirty="0"/>
              <a:t>: </a:t>
            </a:r>
            <a:r>
              <a:rPr lang="ko-KR" altLang="ko-KR" b="1" dirty="0"/>
              <a:t>평균 = 0, 표준편차 = 1</a:t>
            </a:r>
            <a:r>
              <a:rPr lang="en-US" altLang="ko-KR" b="1" dirty="0"/>
              <a:t> </a:t>
            </a:r>
            <a:r>
              <a:rPr lang="ko-KR" altLang="en-US" dirty="0"/>
              <a:t>가 되도록 세팅</a:t>
            </a:r>
            <a:r>
              <a:rPr lang="en-US" altLang="ko-KR" dirty="0"/>
              <a:t>	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4C601A-348D-B130-5A14-A0AC523EABB6}"/>
              </a:ext>
            </a:extLst>
          </p:cNvPr>
          <p:cNvSpPr txBox="1"/>
          <p:nvPr/>
        </p:nvSpPr>
        <p:spPr>
          <a:xfrm>
            <a:off x="203200" y="1024989"/>
            <a:ext cx="545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초깃값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en-US" altLang="ko-KR" b="1" dirty="0"/>
              <a:t>He</a:t>
            </a:r>
            <a:r>
              <a:rPr lang="ko-KR" altLang="en-US" b="1" dirty="0"/>
              <a:t> </a:t>
            </a:r>
            <a:r>
              <a:rPr lang="ko-KR" altLang="en-US" b="1" dirty="0" err="1"/>
              <a:t>초깃값</a:t>
            </a:r>
            <a:r>
              <a:rPr lang="ko-KR" altLang="en-US" b="1" dirty="0"/>
              <a:t> </a:t>
            </a:r>
            <a:r>
              <a:rPr lang="ko-KR" altLang="en-US" dirty="0"/>
              <a:t>사용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7DAB21-03BB-730B-60B4-8E23DF5ADEC5}"/>
              </a:ext>
            </a:extLst>
          </p:cNvPr>
          <p:cNvSpPr txBox="1"/>
          <p:nvPr/>
        </p:nvSpPr>
        <p:spPr>
          <a:xfrm>
            <a:off x="181065" y="1745734"/>
            <a:ext cx="6495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시계열 데이터 </a:t>
            </a:r>
            <a:r>
              <a:rPr lang="en-US" altLang="ko-KR" dirty="0"/>
              <a:t>: window</a:t>
            </a:r>
            <a:r>
              <a:rPr lang="ko-KR" altLang="en-US" dirty="0"/>
              <a:t> 형식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41B973-EA41-295B-AC07-D158F106997F}"/>
              </a:ext>
            </a:extLst>
          </p:cNvPr>
          <p:cNvSpPr txBox="1"/>
          <p:nvPr/>
        </p:nvSpPr>
        <p:spPr>
          <a:xfrm>
            <a:off x="203200" y="2448560"/>
            <a:ext cx="5984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dirty="0" err="1"/>
              <a:t>결측치</a:t>
            </a:r>
            <a:r>
              <a:rPr lang="ko-KR" altLang="ko-KR" dirty="0"/>
              <a:t> 처리</a:t>
            </a:r>
            <a:r>
              <a:rPr lang="en-US" altLang="ko-KR" dirty="0"/>
              <a:t> : </a:t>
            </a:r>
            <a:r>
              <a:rPr lang="en-US" altLang="ko-KR" dirty="0" err="1"/>
              <a:t>NaN</a:t>
            </a:r>
            <a:r>
              <a:rPr lang="en-US" altLang="ko-KR" dirty="0"/>
              <a:t> </a:t>
            </a:r>
            <a:r>
              <a:rPr lang="ko-KR" altLang="en-US" dirty="0"/>
              <a:t>이나 </a:t>
            </a:r>
            <a:r>
              <a:rPr lang="en-US" altLang="ko-KR" dirty="0"/>
              <a:t>Inf </a:t>
            </a:r>
            <a:r>
              <a:rPr lang="ko-KR" altLang="en-US" dirty="0"/>
              <a:t>을 </a:t>
            </a:r>
            <a:r>
              <a:rPr lang="en-US" altLang="ko-KR" dirty="0"/>
              <a:t>0 </a:t>
            </a:r>
            <a:r>
              <a:rPr lang="ko-KR" altLang="en-US" dirty="0"/>
              <a:t>으로 없애기</a:t>
            </a:r>
          </a:p>
        </p:txBody>
      </p:sp>
    </p:spTree>
    <p:extLst>
      <p:ext uri="{BB962C8B-B14F-4D97-AF65-F5344CB8AC3E}">
        <p14:creationId xmlns:p14="http://schemas.microsoft.com/office/powerpoint/2010/main" val="1867325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3D9B9F-118E-F43D-99D6-13B847883E00}"/>
              </a:ext>
            </a:extLst>
          </p:cNvPr>
          <p:cNvSpPr txBox="1"/>
          <p:nvPr/>
        </p:nvSpPr>
        <p:spPr>
          <a:xfrm>
            <a:off x="428625" y="485775"/>
            <a:ext cx="41005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/>
              <a:t>3. </a:t>
            </a:r>
            <a:r>
              <a:rPr lang="ko-KR" altLang="en-US" sz="4000" dirty="0"/>
              <a:t>학습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69BA68-19CB-E1A1-DBA3-201F67B30538}"/>
              </a:ext>
            </a:extLst>
          </p:cNvPr>
          <p:cNvSpPr txBox="1"/>
          <p:nvPr/>
        </p:nvSpPr>
        <p:spPr>
          <a:xfrm>
            <a:off x="428625" y="1314450"/>
            <a:ext cx="6029325" cy="8125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ko-KR" altLang="ko-KR" dirty="0"/>
              <a:t>KOSPI 지수 단기 방향성(상승/하락) 예측 </a:t>
            </a:r>
            <a:r>
              <a:rPr lang="ko-KR" altLang="ko-KR" dirty="0" err="1"/>
              <a:t>Transformer</a:t>
            </a:r>
            <a:r>
              <a:rPr lang="ko-KR" altLang="ko-KR" dirty="0"/>
              <a:t> 모델 구축</a:t>
            </a:r>
          </a:p>
          <a:p>
            <a:pPr lvl="0"/>
            <a:r>
              <a:rPr lang="ko-KR" altLang="ko-KR" b="1" dirty="0"/>
              <a:t>목적</a:t>
            </a:r>
            <a:r>
              <a:rPr lang="ko-KR" altLang="ko-KR" dirty="0"/>
              <a:t>: </a:t>
            </a:r>
            <a:r>
              <a:rPr lang="ko-KR" altLang="ko-KR" dirty="0" err="1"/>
              <a:t>전처리된</a:t>
            </a:r>
            <a:r>
              <a:rPr lang="ko-KR" altLang="ko-KR" dirty="0"/>
              <a:t> 3D 시계열 데이터셋(</a:t>
            </a:r>
            <a:r>
              <a:rPr lang="ko-KR" altLang="ko-KR" dirty="0" err="1"/>
              <a:t>Batch</a:t>
            </a:r>
            <a:r>
              <a:rPr lang="ko-KR" altLang="ko-KR" dirty="0"/>
              <a:t>, </a:t>
            </a:r>
            <a:r>
              <a:rPr lang="ko-KR" altLang="ko-KR" dirty="0" err="1"/>
              <a:t>Seq_Len</a:t>
            </a:r>
            <a:r>
              <a:rPr lang="ko-KR" altLang="ko-KR" dirty="0"/>
              <a:t>, </a:t>
            </a:r>
            <a:r>
              <a:rPr lang="ko-KR" altLang="ko-KR" dirty="0" err="1"/>
              <a:t>Features</a:t>
            </a:r>
            <a:r>
              <a:rPr lang="ko-KR" altLang="ko-KR" dirty="0"/>
              <a:t>)을 </a:t>
            </a:r>
            <a:r>
              <a:rPr lang="ko-KR" altLang="ko-KR" dirty="0" err="1"/>
              <a:t>입력받아</a:t>
            </a:r>
            <a:r>
              <a:rPr lang="ko-KR" altLang="ko-KR" dirty="0"/>
              <a:t> 다음 날 </a:t>
            </a:r>
            <a:r>
              <a:rPr lang="ko-KR" altLang="ko-KR" dirty="0" err="1"/>
              <a:t>KOSPI의</a:t>
            </a:r>
            <a:r>
              <a:rPr lang="ko-KR" altLang="ko-KR" dirty="0"/>
              <a:t> 상승(1) / 하락(0)을 예측</a:t>
            </a:r>
          </a:p>
          <a:p>
            <a:pPr lvl="0"/>
            <a:r>
              <a:rPr lang="ko-KR" altLang="ko-KR" b="1" dirty="0"/>
              <a:t>주요 과제</a:t>
            </a:r>
            <a:r>
              <a:rPr lang="ko-KR" altLang="ko-KR" dirty="0"/>
              <a:t>: 소규모 데이터셋에서 </a:t>
            </a:r>
            <a:r>
              <a:rPr lang="ko-KR" altLang="ko-KR" dirty="0" err="1"/>
              <a:t>Transformer</a:t>
            </a:r>
            <a:r>
              <a:rPr lang="ko-KR" altLang="ko-KR" dirty="0"/>
              <a:t> 특유의 </a:t>
            </a:r>
            <a:r>
              <a:rPr lang="ko-KR" altLang="ko-KR" dirty="0" err="1"/>
              <a:t>과적합</a:t>
            </a:r>
            <a:r>
              <a:rPr lang="ko-KR" altLang="ko-KR" dirty="0"/>
              <a:t> 및 </a:t>
            </a:r>
            <a:r>
              <a:rPr lang="ko-KR" altLang="ko-KR" dirty="0" err="1"/>
              <a:t>미학습</a:t>
            </a:r>
            <a:r>
              <a:rPr lang="ko-KR" altLang="ko-KR" dirty="0"/>
              <a:t>(</a:t>
            </a:r>
            <a:r>
              <a:rPr lang="ko-KR" altLang="ko-KR" dirty="0" err="1"/>
              <a:t>Underfitting</a:t>
            </a:r>
            <a:r>
              <a:rPr lang="ko-KR" altLang="ko-KR" dirty="0"/>
              <a:t>) 현상 방지</a:t>
            </a:r>
          </a:p>
          <a:p>
            <a:r>
              <a:rPr lang="ko-KR" altLang="ko-KR" b="1" dirty="0"/>
              <a:t>2. </a:t>
            </a:r>
            <a:r>
              <a:rPr lang="ko-KR" altLang="ko-KR" b="1" dirty="0" err="1"/>
              <a:t>Transformer</a:t>
            </a:r>
            <a:r>
              <a:rPr lang="ko-KR" altLang="ko-KR" b="1" dirty="0"/>
              <a:t> 아키텍처 경량화 설계</a:t>
            </a:r>
          </a:p>
          <a:p>
            <a:r>
              <a:rPr lang="ko-KR" altLang="ko-KR" dirty="0"/>
              <a:t>작은 데이터셋에서 표준 </a:t>
            </a:r>
            <a:r>
              <a:rPr lang="ko-KR" altLang="ko-KR" dirty="0" err="1"/>
              <a:t>Transformer</a:t>
            </a:r>
            <a:r>
              <a:rPr lang="ko-KR" altLang="ko-KR" dirty="0"/>
              <a:t> </a:t>
            </a:r>
            <a:r>
              <a:rPr lang="ko-KR" altLang="ko-KR" dirty="0" err="1"/>
              <a:t>Encoder를</a:t>
            </a:r>
            <a:r>
              <a:rPr lang="ko-KR" altLang="ko-KR" dirty="0"/>
              <a:t> 그대로 쓰면 파라미터가 너무 많아 패턴을 잡지 못합니다. 모델 구조를 최대한 경량화해야 합니다.</a:t>
            </a:r>
          </a:p>
          <a:p>
            <a:r>
              <a:rPr lang="ko-KR" altLang="ko-KR" b="1" dirty="0"/>
              <a:t>① 모델 아키텍처</a:t>
            </a:r>
          </a:p>
          <a:p>
            <a:pPr lvl="0"/>
            <a:r>
              <a:rPr lang="ko-KR" altLang="ko-KR" b="1" dirty="0" err="1"/>
              <a:t>Input</a:t>
            </a:r>
            <a:r>
              <a:rPr lang="ko-KR" altLang="ko-KR" b="1" dirty="0"/>
              <a:t> </a:t>
            </a:r>
            <a:r>
              <a:rPr lang="ko-KR" altLang="ko-KR" b="1" dirty="0" err="1"/>
              <a:t>Projection</a:t>
            </a:r>
            <a:r>
              <a:rPr lang="ko-KR" altLang="ko-KR" dirty="0"/>
              <a:t>: </a:t>
            </a:r>
            <a:r>
              <a:rPr lang="ko-KR" altLang="ko-KR" dirty="0" err="1"/>
              <a:t>Linear</a:t>
            </a:r>
            <a:r>
              <a:rPr lang="ko-KR" altLang="ko-KR" dirty="0"/>
              <a:t>(</a:t>
            </a:r>
            <a:r>
              <a:rPr lang="ko-KR" altLang="ko-KR" dirty="0" err="1"/>
              <a:t>num_features</a:t>
            </a:r>
            <a:r>
              <a:rPr lang="ko-KR" altLang="ko-KR" dirty="0"/>
              <a:t>, </a:t>
            </a:r>
            <a:r>
              <a:rPr lang="ko-KR" altLang="ko-KR" dirty="0" err="1"/>
              <a:t>d_model</a:t>
            </a:r>
            <a:r>
              <a:rPr lang="ko-KR" altLang="ko-KR" dirty="0"/>
              <a:t>) (원래 피처를 </a:t>
            </a:r>
            <a:r>
              <a:rPr lang="ko-KR" altLang="ko-KR" dirty="0" err="1"/>
              <a:t>Transformer</a:t>
            </a:r>
            <a:r>
              <a:rPr lang="ko-KR" altLang="ko-KR" dirty="0"/>
              <a:t> 차원으로 매핑)</a:t>
            </a:r>
          </a:p>
          <a:p>
            <a:pPr lvl="0"/>
            <a:r>
              <a:rPr lang="ko-KR" altLang="ko-KR" b="1" dirty="0" err="1"/>
              <a:t>Positional</a:t>
            </a:r>
            <a:r>
              <a:rPr lang="ko-KR" altLang="ko-KR" b="1" dirty="0"/>
              <a:t> </a:t>
            </a:r>
            <a:r>
              <a:rPr lang="ko-KR" altLang="ko-KR" b="1" dirty="0" err="1"/>
              <a:t>Encoding</a:t>
            </a:r>
            <a:r>
              <a:rPr lang="ko-KR" altLang="ko-KR" dirty="0"/>
              <a:t>: 30일 시퀀스 내 순서 정보를 제공하기 위한 </a:t>
            </a:r>
            <a:r>
              <a:rPr lang="ko-KR" altLang="ko-KR" dirty="0" err="1"/>
              <a:t>Learnable</a:t>
            </a:r>
            <a:r>
              <a:rPr lang="ko-KR" altLang="ko-KR" dirty="0"/>
              <a:t> / </a:t>
            </a:r>
            <a:r>
              <a:rPr lang="ko-KR" altLang="ko-KR" dirty="0" err="1"/>
              <a:t>Sine-Cosine</a:t>
            </a:r>
            <a:r>
              <a:rPr lang="ko-KR" altLang="ko-KR" dirty="0"/>
              <a:t> </a:t>
            </a:r>
            <a:r>
              <a:rPr lang="ko-KR" altLang="ko-KR" dirty="0" err="1"/>
              <a:t>Positional</a:t>
            </a:r>
            <a:r>
              <a:rPr lang="ko-KR" altLang="ko-KR" dirty="0"/>
              <a:t> </a:t>
            </a:r>
            <a:r>
              <a:rPr lang="ko-KR" altLang="ko-KR" dirty="0" err="1"/>
              <a:t>Encoding</a:t>
            </a:r>
            <a:r>
              <a:rPr lang="ko-KR" altLang="ko-KR" dirty="0"/>
              <a:t> 추가</a:t>
            </a:r>
          </a:p>
          <a:p>
            <a:pPr lvl="0"/>
            <a:r>
              <a:rPr lang="ko-KR" altLang="ko-KR" b="1" dirty="0" err="1"/>
              <a:t>Transformer</a:t>
            </a:r>
            <a:r>
              <a:rPr lang="ko-KR" altLang="ko-KR" b="1" dirty="0"/>
              <a:t> </a:t>
            </a:r>
            <a:r>
              <a:rPr lang="ko-KR" altLang="ko-KR" b="1" dirty="0" err="1"/>
              <a:t>Encoder</a:t>
            </a:r>
            <a:r>
              <a:rPr lang="ko-KR" altLang="ko-KR" b="1" dirty="0"/>
              <a:t> </a:t>
            </a:r>
            <a:r>
              <a:rPr lang="ko-KR" altLang="ko-KR" b="1" dirty="0" err="1"/>
              <a:t>Layer</a:t>
            </a:r>
            <a:r>
              <a:rPr lang="ko-KR" altLang="ko-KR" dirty="0"/>
              <a:t>:</a:t>
            </a:r>
          </a:p>
          <a:p>
            <a:pPr lvl="1"/>
            <a:r>
              <a:rPr lang="ko-KR" altLang="ko-KR" dirty="0" err="1"/>
              <a:t>d_model</a:t>
            </a:r>
            <a:r>
              <a:rPr lang="ko-KR" altLang="ko-KR" dirty="0"/>
              <a:t>: </a:t>
            </a:r>
            <a:r>
              <a:rPr lang="ko-KR" altLang="ko-KR" b="1" dirty="0"/>
              <a:t>32 또는 64</a:t>
            </a:r>
            <a:r>
              <a:rPr lang="ko-KR" altLang="ko-KR" dirty="0"/>
              <a:t> (256/512 같은 큰 값 금지)</a:t>
            </a:r>
          </a:p>
          <a:p>
            <a:pPr lvl="1"/>
            <a:r>
              <a:rPr lang="ko-KR" altLang="ko-KR" dirty="0" err="1"/>
              <a:t>nhead</a:t>
            </a:r>
            <a:r>
              <a:rPr lang="ko-KR" altLang="ko-KR" dirty="0"/>
              <a:t>: </a:t>
            </a:r>
            <a:r>
              <a:rPr lang="ko-KR" altLang="ko-KR" b="1" dirty="0"/>
              <a:t>2 또는 4</a:t>
            </a:r>
            <a:r>
              <a:rPr lang="ko-KR" altLang="ko-KR" dirty="0"/>
              <a:t> (</a:t>
            </a:r>
            <a:r>
              <a:rPr lang="ko-KR" altLang="ko-KR" dirty="0" err="1"/>
              <a:t>d_model이</a:t>
            </a:r>
            <a:r>
              <a:rPr lang="ko-KR" altLang="ko-KR" dirty="0"/>
              <a:t> </a:t>
            </a:r>
            <a:r>
              <a:rPr lang="ko-KR" altLang="ko-KR" dirty="0" err="1"/>
              <a:t>nhead로</a:t>
            </a:r>
            <a:r>
              <a:rPr lang="ko-KR" altLang="ko-KR" dirty="0"/>
              <a:t> 나누어 떨어져야 함)</a:t>
            </a:r>
          </a:p>
          <a:p>
            <a:pPr lvl="1"/>
            <a:r>
              <a:rPr lang="ko-KR" altLang="ko-KR" dirty="0" err="1"/>
              <a:t>dim_feedforward</a:t>
            </a:r>
            <a:r>
              <a:rPr lang="ko-KR" altLang="ko-KR" dirty="0"/>
              <a:t>: </a:t>
            </a:r>
            <a:r>
              <a:rPr lang="ko-KR" altLang="ko-KR" b="1" dirty="0"/>
              <a:t>64 또는 128</a:t>
            </a:r>
            <a:endParaRPr lang="ko-KR" altLang="ko-KR" dirty="0"/>
          </a:p>
          <a:p>
            <a:pPr lvl="1"/>
            <a:r>
              <a:rPr lang="ko-KR" altLang="ko-KR" dirty="0" err="1"/>
              <a:t>num_layers</a:t>
            </a:r>
            <a:r>
              <a:rPr lang="ko-KR" altLang="ko-KR" dirty="0"/>
              <a:t>: </a:t>
            </a:r>
            <a:r>
              <a:rPr lang="ko-KR" altLang="ko-KR" b="1" dirty="0"/>
              <a:t>1 또는 2</a:t>
            </a:r>
            <a:r>
              <a:rPr lang="ko-KR" altLang="ko-KR" dirty="0"/>
              <a:t> (층을 높이면 데이터가 부족해 학습이 안 됨)</a:t>
            </a:r>
          </a:p>
          <a:p>
            <a:pPr lvl="1"/>
            <a:r>
              <a:rPr lang="ko-KR" altLang="ko-KR" dirty="0" err="1"/>
              <a:t>dropout</a:t>
            </a:r>
            <a:r>
              <a:rPr lang="ko-KR" altLang="ko-KR" dirty="0"/>
              <a:t>: </a:t>
            </a:r>
            <a:r>
              <a:rPr lang="ko-KR" altLang="ko-KR" b="1" dirty="0"/>
              <a:t>0.3 ~ 0.4</a:t>
            </a:r>
            <a:r>
              <a:rPr lang="ko-KR" altLang="ko-KR" dirty="0"/>
              <a:t> (강한 </a:t>
            </a:r>
            <a:r>
              <a:rPr lang="ko-KR" altLang="ko-KR" dirty="0" err="1"/>
              <a:t>드롭아웃</a:t>
            </a:r>
            <a:r>
              <a:rPr lang="ko-KR" altLang="ko-KR" dirty="0"/>
              <a:t> 적용)</a:t>
            </a:r>
          </a:p>
          <a:p>
            <a:pPr lvl="0"/>
            <a:r>
              <a:rPr lang="ko-KR" altLang="ko-KR" b="1" dirty="0" err="1"/>
              <a:t>Classifier</a:t>
            </a:r>
            <a:r>
              <a:rPr lang="ko-KR" altLang="ko-KR" b="1" dirty="0"/>
              <a:t> </a:t>
            </a:r>
            <a:r>
              <a:rPr lang="ko-KR" altLang="ko-KR" b="1" dirty="0" err="1"/>
              <a:t>Head</a:t>
            </a:r>
            <a:r>
              <a:rPr lang="ko-KR" altLang="ko-KR" dirty="0"/>
              <a:t>:</a:t>
            </a:r>
          </a:p>
          <a:p>
            <a:pPr lvl="1"/>
            <a:r>
              <a:rPr lang="ko-KR" altLang="ko-KR" dirty="0" err="1"/>
              <a:t>Last</a:t>
            </a:r>
            <a:r>
              <a:rPr lang="ko-KR" altLang="ko-KR" dirty="0"/>
              <a:t> </a:t>
            </a:r>
            <a:r>
              <a:rPr lang="ko-KR" altLang="ko-KR" dirty="0" err="1"/>
              <a:t>Token</a:t>
            </a:r>
            <a:r>
              <a:rPr lang="ko-KR" altLang="ko-KR" dirty="0"/>
              <a:t> </a:t>
            </a:r>
            <a:r>
              <a:rPr lang="ko-KR" altLang="ko-KR" dirty="0" err="1"/>
              <a:t>Pooling</a:t>
            </a:r>
            <a:r>
              <a:rPr lang="ko-KR" altLang="ko-KR" dirty="0"/>
              <a:t> 또는 </a:t>
            </a:r>
            <a:r>
              <a:rPr lang="ko-KR" altLang="ko-KR" dirty="0" err="1"/>
              <a:t>Mean</a:t>
            </a:r>
            <a:r>
              <a:rPr lang="ko-KR" altLang="ko-KR" dirty="0"/>
              <a:t> </a:t>
            </a:r>
            <a:r>
              <a:rPr lang="ko-KR" altLang="ko-KR" dirty="0" err="1"/>
              <a:t>Pooling</a:t>
            </a:r>
            <a:endParaRPr lang="ko-KR" altLang="ko-KR" dirty="0"/>
          </a:p>
          <a:p>
            <a:pPr lvl="1"/>
            <a:r>
              <a:rPr lang="ko-KR" altLang="ko-KR" dirty="0" err="1"/>
              <a:t>Linear</a:t>
            </a:r>
            <a:r>
              <a:rPr lang="ko-KR" altLang="ko-KR" dirty="0"/>
              <a:t>(</a:t>
            </a:r>
            <a:r>
              <a:rPr lang="ko-KR" altLang="ko-KR" dirty="0" err="1"/>
              <a:t>d_model</a:t>
            </a:r>
            <a:r>
              <a:rPr lang="ko-KR" altLang="ko-KR" dirty="0"/>
              <a:t>, 32) -&gt; </a:t>
            </a:r>
            <a:r>
              <a:rPr lang="ko-KR" altLang="ko-KR" dirty="0" err="1"/>
              <a:t>SiLU</a:t>
            </a:r>
            <a:r>
              <a:rPr lang="ko-KR" altLang="ko-KR" dirty="0"/>
              <a:t>() -&gt; </a:t>
            </a:r>
            <a:r>
              <a:rPr lang="ko-KR" altLang="ko-KR" dirty="0" err="1"/>
              <a:t>Dropout</a:t>
            </a:r>
            <a:r>
              <a:rPr lang="ko-KR" altLang="ko-KR" dirty="0"/>
              <a:t>(0.3) -&gt; </a:t>
            </a:r>
            <a:r>
              <a:rPr lang="ko-KR" altLang="ko-KR" dirty="0" err="1"/>
              <a:t>Linear</a:t>
            </a:r>
            <a:r>
              <a:rPr lang="ko-KR" altLang="ko-KR" dirty="0"/>
              <a:t>(32, 1) (</a:t>
            </a:r>
            <a:r>
              <a:rPr lang="ko-KR" altLang="ko-KR" dirty="0" err="1"/>
              <a:t>Logit</a:t>
            </a:r>
            <a:r>
              <a:rPr lang="ko-KR" altLang="ko-KR" dirty="0"/>
              <a:t> 출력)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6359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1C5DE85-7C6D-92A4-3589-42F2F7F5AC13}"/>
              </a:ext>
            </a:extLst>
          </p:cNvPr>
          <p:cNvSpPr txBox="1"/>
          <p:nvPr/>
        </p:nvSpPr>
        <p:spPr>
          <a:xfrm>
            <a:off x="335756" y="502265"/>
            <a:ext cx="6186488" cy="8463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600" b="1" dirty="0"/>
              <a:t>② 가중치 초기화 및 설정</a:t>
            </a:r>
          </a:p>
          <a:p>
            <a:pPr lvl="0"/>
            <a:r>
              <a:rPr lang="ko-KR" altLang="ko-KR" sz="1600" b="1" dirty="0" err="1"/>
              <a:t>Linear</a:t>
            </a:r>
            <a:r>
              <a:rPr lang="ko-KR" altLang="ko-KR" sz="1600" b="1" dirty="0"/>
              <a:t> / </a:t>
            </a:r>
            <a:r>
              <a:rPr lang="ko-KR" altLang="ko-KR" sz="1600" b="1" dirty="0" err="1"/>
              <a:t>Embedding</a:t>
            </a:r>
            <a:r>
              <a:rPr lang="ko-KR" altLang="ko-KR" sz="1600" dirty="0"/>
              <a:t>: </a:t>
            </a:r>
            <a:r>
              <a:rPr lang="ko-KR" altLang="ko-KR" sz="1600" dirty="0" err="1"/>
              <a:t>He</a:t>
            </a:r>
            <a:r>
              <a:rPr lang="ko-KR" altLang="ko-KR" sz="1600" dirty="0"/>
              <a:t> (</a:t>
            </a:r>
            <a:r>
              <a:rPr lang="ko-KR" altLang="ko-KR" sz="1600" dirty="0" err="1"/>
              <a:t>Kaiming</a:t>
            </a:r>
            <a:r>
              <a:rPr lang="ko-KR" altLang="ko-KR" sz="1600" dirty="0"/>
              <a:t>) </a:t>
            </a:r>
            <a:r>
              <a:rPr lang="ko-KR" altLang="ko-KR" sz="1600" dirty="0" err="1"/>
              <a:t>Normal</a:t>
            </a:r>
            <a:r>
              <a:rPr lang="ko-KR" altLang="ko-KR" sz="1600" dirty="0"/>
              <a:t> 또는 </a:t>
            </a:r>
            <a:r>
              <a:rPr lang="ko-KR" altLang="ko-KR" sz="1600" dirty="0" err="1"/>
              <a:t>Xavier</a:t>
            </a:r>
            <a:r>
              <a:rPr lang="ko-KR" altLang="ko-KR" sz="1600" dirty="0"/>
              <a:t> </a:t>
            </a:r>
            <a:r>
              <a:rPr lang="ko-KR" altLang="ko-KR" sz="1600" dirty="0" err="1"/>
              <a:t>Uniform</a:t>
            </a:r>
            <a:r>
              <a:rPr lang="ko-KR" altLang="ko-KR" sz="1600" dirty="0"/>
              <a:t> 적용</a:t>
            </a:r>
          </a:p>
          <a:p>
            <a:pPr lvl="0"/>
            <a:r>
              <a:rPr lang="ko-KR" altLang="ko-KR" sz="1600" b="1" dirty="0" err="1"/>
              <a:t>LayerNorm</a:t>
            </a:r>
            <a:r>
              <a:rPr lang="ko-KR" altLang="ko-KR" sz="1600" dirty="0"/>
              <a:t>: </a:t>
            </a:r>
            <a:r>
              <a:rPr lang="ko-KR" altLang="ko-KR" sz="1600" dirty="0" err="1"/>
              <a:t>Transformer의</a:t>
            </a:r>
            <a:r>
              <a:rPr lang="ko-KR" altLang="ko-KR" sz="1600" dirty="0"/>
              <a:t> </a:t>
            </a:r>
            <a:r>
              <a:rPr lang="ko-KR" altLang="ko-KR" sz="1600" dirty="0" err="1"/>
              <a:t>LayerNorm은</a:t>
            </a:r>
            <a:r>
              <a:rPr lang="ko-KR" altLang="ko-KR" sz="1600" dirty="0"/>
              <a:t> 수렴을 돕는 필수 요소이므로 유지</a:t>
            </a:r>
          </a:p>
          <a:p>
            <a:r>
              <a:rPr lang="ko-KR" altLang="ko-KR" sz="1600" b="1" dirty="0"/>
              <a:t>3. 학습 </a:t>
            </a:r>
            <a:r>
              <a:rPr lang="ko-KR" altLang="ko-KR" sz="1600" b="1" dirty="0" err="1"/>
              <a:t>하이퍼파라미터</a:t>
            </a:r>
            <a:r>
              <a:rPr lang="ko-KR" altLang="ko-KR" sz="1600" b="1" dirty="0"/>
              <a:t> 및 설정</a:t>
            </a:r>
          </a:p>
          <a:p>
            <a:pPr lvl="0"/>
            <a:r>
              <a:rPr lang="ko-KR" altLang="ko-KR" sz="1600" b="1" dirty="0" err="1"/>
              <a:t>Loss</a:t>
            </a:r>
            <a:r>
              <a:rPr lang="ko-KR" altLang="ko-KR" sz="1600" b="1" dirty="0"/>
              <a:t> </a:t>
            </a:r>
            <a:r>
              <a:rPr lang="ko-KR" altLang="ko-KR" sz="1600" b="1" dirty="0" err="1"/>
              <a:t>Function</a:t>
            </a:r>
            <a:r>
              <a:rPr lang="ko-KR" altLang="ko-KR" sz="1600" dirty="0"/>
              <a:t>: </a:t>
            </a:r>
            <a:r>
              <a:rPr lang="ko-KR" altLang="ko-KR" sz="1600" dirty="0" err="1"/>
              <a:t>nn.BCEWithLogitsLoss</a:t>
            </a:r>
            <a:r>
              <a:rPr lang="ko-KR" altLang="ko-KR" sz="1600" dirty="0"/>
              <a:t>()</a:t>
            </a:r>
          </a:p>
          <a:p>
            <a:pPr lvl="0"/>
            <a:r>
              <a:rPr lang="ko-KR" altLang="ko-KR" sz="1600" b="1" dirty="0" err="1"/>
              <a:t>Optimizer</a:t>
            </a:r>
            <a:r>
              <a:rPr lang="ko-KR" altLang="ko-KR" sz="1600" dirty="0"/>
              <a:t>: </a:t>
            </a:r>
            <a:r>
              <a:rPr lang="ko-KR" altLang="ko-KR" sz="1600" dirty="0" err="1"/>
              <a:t>AdamW</a:t>
            </a:r>
            <a:r>
              <a:rPr lang="ko-KR" altLang="ko-KR" sz="1600" dirty="0"/>
              <a:t> (</a:t>
            </a:r>
            <a:r>
              <a:rPr lang="ko-KR" altLang="ko-KR" sz="1600" dirty="0" err="1"/>
              <a:t>lr</a:t>
            </a:r>
            <a:r>
              <a:rPr lang="ko-KR" altLang="ko-KR" sz="1600" dirty="0"/>
              <a:t> = 5e-4 ~ 1e-3, </a:t>
            </a:r>
            <a:r>
              <a:rPr lang="ko-KR" altLang="ko-KR" sz="1600" dirty="0" err="1"/>
              <a:t>weight_decay</a:t>
            </a:r>
            <a:r>
              <a:rPr lang="ko-KR" altLang="ko-KR" sz="1600" dirty="0"/>
              <a:t> = 1e-2)</a:t>
            </a:r>
          </a:p>
          <a:p>
            <a:pPr lvl="1"/>
            <a:r>
              <a:rPr lang="ko-KR" altLang="ko-KR" sz="1600" i="1" dirty="0"/>
              <a:t>주의</a:t>
            </a:r>
            <a:r>
              <a:rPr lang="ko-KR" altLang="ko-KR" sz="1600" dirty="0"/>
              <a:t>: </a:t>
            </a:r>
            <a:r>
              <a:rPr lang="ko-KR" altLang="ko-KR" sz="1600" dirty="0" err="1"/>
              <a:t>Transformer는</a:t>
            </a:r>
            <a:r>
              <a:rPr lang="ko-KR" altLang="ko-KR" sz="1600" dirty="0"/>
              <a:t> 초기 </a:t>
            </a:r>
            <a:r>
              <a:rPr lang="ko-KR" altLang="ko-KR" sz="1600" dirty="0" err="1"/>
              <a:t>Learning</a:t>
            </a:r>
            <a:r>
              <a:rPr lang="ko-KR" altLang="ko-KR" sz="1600" dirty="0"/>
              <a:t> </a:t>
            </a:r>
            <a:r>
              <a:rPr lang="ko-KR" altLang="ko-KR" sz="1600" dirty="0" err="1"/>
              <a:t>Rate에</a:t>
            </a:r>
            <a:r>
              <a:rPr lang="ko-KR" altLang="ko-KR" sz="1600" dirty="0"/>
              <a:t> 민감하므로 </a:t>
            </a:r>
            <a:r>
              <a:rPr lang="ko-KR" altLang="ko-KR" sz="1600" dirty="0" err="1"/>
              <a:t>Warmup</a:t>
            </a:r>
            <a:r>
              <a:rPr lang="ko-KR" altLang="ko-KR" sz="1600" dirty="0"/>
              <a:t> </a:t>
            </a:r>
            <a:r>
              <a:rPr lang="ko-KR" altLang="ko-KR" sz="1600" dirty="0" err="1"/>
              <a:t>Scheduler</a:t>
            </a:r>
            <a:r>
              <a:rPr lang="ko-KR" altLang="ko-KR" sz="1600" dirty="0"/>
              <a:t> 적용 권장</a:t>
            </a:r>
          </a:p>
          <a:p>
            <a:pPr lvl="0"/>
            <a:r>
              <a:rPr lang="ko-KR" altLang="ko-KR" sz="1600" b="1" dirty="0" err="1"/>
              <a:t>Scheduler</a:t>
            </a:r>
            <a:r>
              <a:rPr lang="ko-KR" altLang="ko-KR" sz="1600" dirty="0"/>
              <a:t>: </a:t>
            </a:r>
            <a:r>
              <a:rPr lang="ko-KR" altLang="ko-KR" sz="1600" dirty="0" err="1"/>
              <a:t>CosineAnnealingLR</a:t>
            </a:r>
            <a:r>
              <a:rPr lang="ko-KR" altLang="ko-KR" sz="1600" dirty="0"/>
              <a:t> 또는 </a:t>
            </a:r>
            <a:r>
              <a:rPr lang="ko-KR" altLang="ko-KR" sz="1600" dirty="0" err="1"/>
              <a:t>Get_Linear_Schedule_With_Warmup</a:t>
            </a:r>
            <a:endParaRPr lang="ko-KR" altLang="ko-KR" sz="1600" dirty="0"/>
          </a:p>
          <a:p>
            <a:pPr lvl="0"/>
            <a:r>
              <a:rPr lang="ko-KR" altLang="ko-KR" sz="1600" b="1" dirty="0" err="1"/>
              <a:t>Gradient</a:t>
            </a:r>
            <a:r>
              <a:rPr lang="ko-KR" altLang="ko-KR" sz="1600" b="1" dirty="0"/>
              <a:t> </a:t>
            </a:r>
            <a:r>
              <a:rPr lang="ko-KR" altLang="ko-KR" sz="1600" b="1" dirty="0" err="1"/>
              <a:t>Clipping</a:t>
            </a:r>
            <a:r>
              <a:rPr lang="ko-KR" altLang="ko-KR" sz="1600" dirty="0"/>
              <a:t>: </a:t>
            </a:r>
            <a:r>
              <a:rPr lang="ko-KR" altLang="ko-KR" sz="1600" dirty="0" err="1"/>
              <a:t>max_norm</a:t>
            </a:r>
            <a:r>
              <a:rPr lang="ko-KR" altLang="ko-KR" sz="1600" dirty="0"/>
              <a:t> = 1.0 (기울기 튀는 현상 제어)</a:t>
            </a:r>
          </a:p>
          <a:p>
            <a:r>
              <a:rPr lang="ko-KR" altLang="ko-KR" sz="1600" b="1" dirty="0"/>
              <a:t>4. 학습 및 평가 진행 절차</a:t>
            </a:r>
          </a:p>
          <a:p>
            <a:r>
              <a:rPr lang="ko-KR" altLang="ko-KR" sz="1600" dirty="0"/>
              <a:t>[입력 데이터] (</a:t>
            </a:r>
            <a:r>
              <a:rPr lang="ko-KR" altLang="ko-KR" sz="1600" dirty="0" err="1"/>
              <a:t>N</a:t>
            </a:r>
            <a:r>
              <a:rPr lang="ko-KR" altLang="ko-KR" sz="1600" dirty="0"/>
              <a:t>, 30, </a:t>
            </a:r>
            <a:r>
              <a:rPr lang="ko-KR" altLang="ko-KR" sz="1600" dirty="0" err="1"/>
              <a:t>Features</a:t>
            </a:r>
            <a:r>
              <a:rPr lang="ko-KR" altLang="ko-KR" sz="1600" dirty="0"/>
              <a:t>)</a:t>
            </a:r>
          </a:p>
          <a:p>
            <a:r>
              <a:rPr lang="ko-KR" altLang="ko-KR" sz="1600" dirty="0"/>
              <a:t>     │</a:t>
            </a:r>
          </a:p>
          <a:p>
            <a:r>
              <a:rPr lang="ko-KR" altLang="ko-KR" sz="1600" dirty="0"/>
              <a:t>     ▼</a:t>
            </a:r>
          </a:p>
          <a:p>
            <a:r>
              <a:rPr lang="ko-KR" altLang="ko-KR" sz="1600" dirty="0"/>
              <a:t>[</a:t>
            </a:r>
            <a:r>
              <a:rPr lang="ko-KR" altLang="ko-KR" sz="1600" dirty="0" err="1"/>
              <a:t>Input</a:t>
            </a:r>
            <a:r>
              <a:rPr lang="ko-KR" altLang="ko-KR" sz="1600" dirty="0"/>
              <a:t> </a:t>
            </a:r>
            <a:r>
              <a:rPr lang="ko-KR" altLang="ko-KR" sz="1600" dirty="0" err="1"/>
              <a:t>Linear</a:t>
            </a:r>
            <a:r>
              <a:rPr lang="ko-KR" altLang="ko-KR" sz="1600" dirty="0"/>
              <a:t> </a:t>
            </a:r>
            <a:r>
              <a:rPr lang="ko-KR" altLang="ko-KR" sz="1600" dirty="0" err="1"/>
              <a:t>Projection</a:t>
            </a:r>
            <a:r>
              <a:rPr lang="ko-KR" altLang="ko-KR" sz="1600" dirty="0"/>
              <a:t> + </a:t>
            </a:r>
            <a:r>
              <a:rPr lang="ko-KR" altLang="ko-KR" sz="1600" dirty="0" err="1"/>
              <a:t>Positional</a:t>
            </a:r>
            <a:r>
              <a:rPr lang="ko-KR" altLang="ko-KR" sz="1600" dirty="0"/>
              <a:t> </a:t>
            </a:r>
            <a:r>
              <a:rPr lang="ko-KR" altLang="ko-KR" sz="1600" dirty="0" err="1"/>
              <a:t>Encoding</a:t>
            </a:r>
            <a:r>
              <a:rPr lang="ko-KR" altLang="ko-KR" sz="1600" dirty="0"/>
              <a:t>]</a:t>
            </a:r>
          </a:p>
          <a:p>
            <a:r>
              <a:rPr lang="ko-KR" altLang="ko-KR" sz="1600" dirty="0"/>
              <a:t>     │</a:t>
            </a:r>
          </a:p>
          <a:p>
            <a:r>
              <a:rPr lang="ko-KR" altLang="ko-KR" sz="1600" dirty="0"/>
              <a:t>     ▼</a:t>
            </a:r>
          </a:p>
          <a:p>
            <a:r>
              <a:rPr lang="ko-KR" altLang="ko-KR" sz="1600" dirty="0"/>
              <a:t>[</a:t>
            </a:r>
            <a:r>
              <a:rPr lang="ko-KR" altLang="ko-KR" sz="1600" dirty="0" err="1"/>
              <a:t>Lightweight</a:t>
            </a:r>
            <a:r>
              <a:rPr lang="ko-KR" altLang="ko-KR" sz="1600" dirty="0"/>
              <a:t> </a:t>
            </a:r>
            <a:r>
              <a:rPr lang="ko-KR" altLang="ko-KR" sz="1600" dirty="0" err="1"/>
              <a:t>Transformer</a:t>
            </a:r>
            <a:r>
              <a:rPr lang="ko-KR" altLang="ko-KR" sz="1600" dirty="0"/>
              <a:t> </a:t>
            </a:r>
            <a:r>
              <a:rPr lang="ko-KR" altLang="ko-KR" sz="1600" dirty="0" err="1"/>
              <a:t>Encoder</a:t>
            </a:r>
            <a:r>
              <a:rPr lang="ko-KR" altLang="ko-KR" sz="1600" dirty="0"/>
              <a:t> (1~2 </a:t>
            </a:r>
            <a:r>
              <a:rPr lang="ko-KR" altLang="ko-KR" sz="1600" dirty="0" err="1"/>
              <a:t>Layers</a:t>
            </a:r>
            <a:r>
              <a:rPr lang="ko-KR" altLang="ko-KR" sz="1600" dirty="0"/>
              <a:t>, </a:t>
            </a:r>
            <a:r>
              <a:rPr lang="ko-KR" altLang="ko-KR" sz="1600" dirty="0" err="1"/>
              <a:t>d_model</a:t>
            </a:r>
            <a:r>
              <a:rPr lang="ko-KR" altLang="ko-KR" sz="1600" dirty="0"/>
              <a:t>=32)]</a:t>
            </a:r>
          </a:p>
          <a:p>
            <a:r>
              <a:rPr lang="ko-KR" altLang="ko-KR" sz="1600" dirty="0"/>
              <a:t>     │</a:t>
            </a:r>
          </a:p>
          <a:p>
            <a:r>
              <a:rPr lang="ko-KR" altLang="ko-KR" sz="1600" dirty="0"/>
              <a:t>     ▼</a:t>
            </a:r>
          </a:p>
          <a:p>
            <a:r>
              <a:rPr lang="ko-KR" altLang="ko-KR" sz="1600" dirty="0"/>
              <a:t>[</a:t>
            </a:r>
            <a:r>
              <a:rPr lang="ko-KR" altLang="ko-KR" sz="1600" dirty="0" err="1"/>
              <a:t>Mean</a:t>
            </a:r>
            <a:r>
              <a:rPr lang="ko-KR" altLang="ko-KR" sz="1600" dirty="0"/>
              <a:t>/</a:t>
            </a:r>
            <a:r>
              <a:rPr lang="ko-KR" altLang="ko-KR" sz="1600" dirty="0" err="1"/>
              <a:t>Last</a:t>
            </a:r>
            <a:r>
              <a:rPr lang="ko-KR" altLang="ko-KR" sz="1600" dirty="0"/>
              <a:t> </a:t>
            </a:r>
            <a:r>
              <a:rPr lang="ko-KR" altLang="ko-KR" sz="1600" dirty="0" err="1"/>
              <a:t>Pooling</a:t>
            </a:r>
            <a:r>
              <a:rPr lang="ko-KR" altLang="ko-KR" sz="1600" dirty="0"/>
              <a:t>] ──&gt; [</a:t>
            </a:r>
            <a:r>
              <a:rPr lang="ko-KR" altLang="ko-KR" sz="1600" dirty="0" err="1"/>
              <a:t>Classification</a:t>
            </a:r>
            <a:r>
              <a:rPr lang="ko-KR" altLang="ko-KR" sz="1600" dirty="0"/>
              <a:t> </a:t>
            </a:r>
            <a:r>
              <a:rPr lang="ko-KR" altLang="ko-KR" sz="1600" dirty="0" err="1"/>
              <a:t>Head</a:t>
            </a:r>
            <a:r>
              <a:rPr lang="ko-KR" altLang="ko-KR" sz="1600" dirty="0"/>
              <a:t>] ──&gt; </a:t>
            </a:r>
            <a:r>
              <a:rPr lang="ko-KR" altLang="ko-KR" sz="1600" dirty="0" err="1"/>
              <a:t>Logit</a:t>
            </a:r>
            <a:r>
              <a:rPr lang="ko-KR" altLang="ko-KR" sz="1600" dirty="0"/>
              <a:t> (1)</a:t>
            </a:r>
          </a:p>
          <a:p>
            <a:r>
              <a:rPr lang="ko-KR" altLang="ko-KR" sz="1600" dirty="0"/>
              <a:t>     │</a:t>
            </a:r>
          </a:p>
          <a:p>
            <a:r>
              <a:rPr lang="ko-KR" altLang="ko-KR" sz="1600" dirty="0"/>
              <a:t>     ▼</a:t>
            </a:r>
          </a:p>
          <a:p>
            <a:r>
              <a:rPr lang="ko-KR" altLang="ko-KR" sz="1600" dirty="0"/>
              <a:t>[</a:t>
            </a:r>
            <a:r>
              <a:rPr lang="ko-KR" altLang="ko-KR" sz="1600" dirty="0" err="1"/>
              <a:t>BCEWithLogitsLoss</a:t>
            </a:r>
            <a:r>
              <a:rPr lang="ko-KR" altLang="ko-KR" sz="1600" dirty="0"/>
              <a:t> + </a:t>
            </a:r>
            <a:r>
              <a:rPr lang="ko-KR" altLang="ko-KR" sz="1600" dirty="0" err="1"/>
              <a:t>AdamW</a:t>
            </a:r>
            <a:r>
              <a:rPr lang="ko-KR" altLang="ko-KR" sz="1600" dirty="0"/>
              <a:t> + </a:t>
            </a:r>
            <a:r>
              <a:rPr lang="ko-KR" altLang="ko-KR" sz="1600" dirty="0" err="1"/>
              <a:t>Warmup</a:t>
            </a:r>
            <a:r>
              <a:rPr lang="ko-KR" altLang="ko-KR" sz="1600" dirty="0"/>
              <a:t> </a:t>
            </a:r>
            <a:r>
              <a:rPr lang="ko-KR" altLang="ko-KR" sz="1600" dirty="0" err="1"/>
              <a:t>Scheduler</a:t>
            </a:r>
            <a:r>
              <a:rPr lang="ko-KR" altLang="ko-KR" sz="1600" dirty="0"/>
              <a:t>]</a:t>
            </a:r>
          </a:p>
          <a:p>
            <a:pPr lvl="0"/>
            <a:r>
              <a:rPr lang="ko-KR" altLang="ko-KR" sz="1600" b="1" dirty="0" err="1"/>
              <a:t>Warmup</a:t>
            </a:r>
            <a:r>
              <a:rPr lang="ko-KR" altLang="ko-KR" sz="1600" b="1" dirty="0"/>
              <a:t> 적용 학습</a:t>
            </a:r>
            <a:r>
              <a:rPr lang="ko-KR" altLang="ko-KR" sz="1600" dirty="0"/>
              <a:t>:</a:t>
            </a:r>
          </a:p>
          <a:p>
            <a:pPr lvl="1"/>
            <a:r>
              <a:rPr lang="ko-KR" altLang="ko-KR" sz="1600" dirty="0"/>
              <a:t>초기 몇 </a:t>
            </a:r>
            <a:r>
              <a:rPr lang="ko-KR" altLang="ko-KR" sz="1600" dirty="0" err="1"/>
              <a:t>Epoch</a:t>
            </a:r>
            <a:r>
              <a:rPr lang="ko-KR" altLang="ko-KR" sz="1600" dirty="0"/>
              <a:t>(예: 3~5 </a:t>
            </a:r>
            <a:r>
              <a:rPr lang="ko-KR" altLang="ko-KR" sz="1600" dirty="0" err="1"/>
              <a:t>Epoch</a:t>
            </a:r>
            <a:r>
              <a:rPr lang="ko-KR" altLang="ko-KR" sz="1600" dirty="0"/>
              <a:t>) 동안 </a:t>
            </a:r>
            <a:r>
              <a:rPr lang="ko-KR" altLang="ko-KR" sz="1600" dirty="0" err="1"/>
              <a:t>Learning</a:t>
            </a:r>
            <a:r>
              <a:rPr lang="ko-KR" altLang="ko-KR" sz="1600" dirty="0"/>
              <a:t> </a:t>
            </a:r>
            <a:r>
              <a:rPr lang="ko-KR" altLang="ko-KR" sz="1600" dirty="0" err="1"/>
              <a:t>Rate를</a:t>
            </a:r>
            <a:r>
              <a:rPr lang="ko-KR" altLang="ko-KR" sz="1600" dirty="0"/>
              <a:t> 0부터 천천히 올린 뒤 감소시키는 </a:t>
            </a:r>
            <a:r>
              <a:rPr lang="ko-KR" altLang="ko-KR" sz="1600" dirty="0" err="1"/>
              <a:t>Warmup</a:t>
            </a:r>
            <a:r>
              <a:rPr lang="ko-KR" altLang="ko-KR" sz="1600" dirty="0"/>
              <a:t> 기법을 적용하여 초기 가중치 파괴 방지</a:t>
            </a:r>
          </a:p>
          <a:p>
            <a:pPr lvl="0"/>
            <a:r>
              <a:rPr lang="ko-KR" altLang="ko-KR" sz="1600" b="1" dirty="0" err="1"/>
              <a:t>과적합</a:t>
            </a:r>
            <a:r>
              <a:rPr lang="ko-KR" altLang="ko-KR" sz="1600" b="1" dirty="0"/>
              <a:t>/</a:t>
            </a:r>
            <a:r>
              <a:rPr lang="ko-KR" altLang="ko-KR" sz="1600" b="1" dirty="0" err="1"/>
              <a:t>미학습</a:t>
            </a:r>
            <a:r>
              <a:rPr lang="ko-KR" altLang="ko-KR" sz="1600" b="1" dirty="0"/>
              <a:t> 모니터링</a:t>
            </a:r>
            <a:r>
              <a:rPr lang="ko-KR" altLang="ko-KR" sz="1600" dirty="0"/>
              <a:t>:</a:t>
            </a:r>
          </a:p>
          <a:p>
            <a:pPr lvl="1"/>
            <a:r>
              <a:rPr lang="ko-KR" altLang="ko-KR" sz="1600" dirty="0" err="1"/>
              <a:t>Train</a:t>
            </a:r>
            <a:r>
              <a:rPr lang="ko-KR" altLang="ko-KR" sz="1600" dirty="0"/>
              <a:t> </a:t>
            </a:r>
            <a:r>
              <a:rPr lang="ko-KR" altLang="ko-KR" sz="1600" dirty="0" err="1"/>
              <a:t>Loss가</a:t>
            </a:r>
            <a:r>
              <a:rPr lang="ko-KR" altLang="ko-KR" sz="1600" dirty="0"/>
              <a:t> 내려가지 않는 경우 </a:t>
            </a:r>
            <a:r>
              <a:rPr lang="ko-KR" altLang="ko-KR" sz="1600" dirty="0" err="1"/>
              <a:t>d_model을</a:t>
            </a:r>
            <a:r>
              <a:rPr lang="ko-KR" altLang="ko-KR" sz="1600" dirty="0"/>
              <a:t> 더 줄이거나(예: 16 또는 32) </a:t>
            </a:r>
            <a:r>
              <a:rPr lang="ko-KR" altLang="ko-KR" sz="1600" dirty="0" err="1"/>
              <a:t>Dropout</a:t>
            </a:r>
            <a:r>
              <a:rPr lang="ko-KR" altLang="ko-KR" sz="1600" dirty="0"/>
              <a:t> 비율을 조절</a:t>
            </a:r>
          </a:p>
          <a:p>
            <a:pPr lvl="1"/>
            <a:r>
              <a:rPr lang="ko-KR" altLang="ko-KR" sz="1600" dirty="0" err="1"/>
              <a:t>Validation</a:t>
            </a:r>
            <a:r>
              <a:rPr lang="ko-KR" altLang="ko-KR" sz="1600" dirty="0"/>
              <a:t> </a:t>
            </a:r>
            <a:r>
              <a:rPr lang="ko-KR" altLang="ko-KR" sz="1600" dirty="0" err="1"/>
              <a:t>Accuracy가</a:t>
            </a:r>
            <a:r>
              <a:rPr lang="ko-KR" altLang="ko-KR" sz="1600" dirty="0"/>
              <a:t> 52% 이상으로 수렴하는지 확인</a:t>
            </a:r>
          </a:p>
        </p:txBody>
      </p:sp>
    </p:spTree>
    <p:extLst>
      <p:ext uri="{BB962C8B-B14F-4D97-AF65-F5344CB8AC3E}">
        <p14:creationId xmlns:p14="http://schemas.microsoft.com/office/powerpoint/2010/main" val="676269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8BA73E-233A-2219-9E8B-8CE20DF8193F}"/>
              </a:ext>
            </a:extLst>
          </p:cNvPr>
          <p:cNvSpPr txBox="1"/>
          <p:nvPr/>
        </p:nvSpPr>
        <p:spPr>
          <a:xfrm>
            <a:off x="414338" y="571500"/>
            <a:ext cx="6443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4. </a:t>
            </a:r>
            <a:r>
              <a:rPr lang="ko-KR" altLang="en-US" sz="3600" dirty="0" err="1"/>
              <a:t>베포</a:t>
            </a:r>
            <a:endParaRPr lang="ko-KR" altLang="en-US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368D3D-3497-5B07-1E6D-2ACB4E856B47}"/>
              </a:ext>
            </a:extLst>
          </p:cNvPr>
          <p:cNvSpPr txBox="1"/>
          <p:nvPr/>
        </p:nvSpPr>
        <p:spPr>
          <a:xfrm>
            <a:off x="414338" y="1428750"/>
            <a:ext cx="5386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요약 </a:t>
            </a:r>
            <a:r>
              <a:rPr lang="en-US" altLang="ko-KR" dirty="0"/>
              <a:t>: </a:t>
            </a:r>
            <a:r>
              <a:rPr lang="ko-KR" altLang="en-US" dirty="0"/>
              <a:t>모델을 가중치 통째로 프론트에 올려서 서버를 필요 없게 하고 </a:t>
            </a:r>
            <a:r>
              <a:rPr lang="en-US" altLang="ko-KR" dirty="0"/>
              <a:t>, </a:t>
            </a:r>
            <a:r>
              <a:rPr lang="ko-KR" altLang="en-US" dirty="0"/>
              <a:t>프론트 서빙으로 </a:t>
            </a:r>
            <a:r>
              <a:rPr lang="ko-KR" altLang="en-US" dirty="0" err="1"/>
              <a:t>퉁치기</a:t>
            </a:r>
            <a:r>
              <a:rPr lang="ko-KR" altLang="en-US" dirty="0"/>
              <a:t>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1910A11-6263-9CD6-1A11-A388B6F10F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256" y="2325274"/>
            <a:ext cx="5043488" cy="348257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47614DA-1609-3AB5-F128-20A1D30D9C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256" y="6058040"/>
            <a:ext cx="5043488" cy="3348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081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</TotalTime>
  <Words>932</Words>
  <Application>Microsoft Office PowerPoint</Application>
  <PresentationFormat>A4 용지(210x297mm)</PresentationFormat>
  <Paragraphs>210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Google Sans Text</vt:lpstr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0speada0@gmail.com</dc:creator>
  <cp:lastModifiedBy>0speada0@gmail.com</cp:lastModifiedBy>
  <cp:revision>1</cp:revision>
  <dcterms:created xsi:type="dcterms:W3CDTF">2026-08-29T03:43:10Z</dcterms:created>
  <dcterms:modified xsi:type="dcterms:W3CDTF">2026-08-29T04:29:25Z</dcterms:modified>
</cp:coreProperties>
</file>